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FC420B-16ED-4058-8093-B6F150D5190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DA4FAC-AA5F-4FD8-A021-43A2CBC05EB0}">
      <dgm:prSet phldrT="[Text]" phldr="0" custT="1"/>
      <dgm:spPr/>
      <dgm:t>
        <a:bodyPr/>
        <a:lstStyle/>
        <a:p>
          <a:r>
            <a:rPr lang="en-US" sz="4000">
              <a:latin typeface="Times New Roman" panose="02020603050405020304" pitchFamily="18" charset="0"/>
              <a:cs typeface="Times New Roman" panose="02020603050405020304" pitchFamily="18" charset="0"/>
            </a:rPr>
            <a:t>1. Đặt vấn đề</a:t>
          </a:r>
        </a:p>
      </dgm:t>
    </dgm:pt>
    <dgm:pt modelId="{ABBFB5B1-EED7-4BE8-8309-B66AD283C852}" type="parTrans" cxnId="{15A17090-A5DD-4386-B386-FC94B364B844}">
      <dgm:prSet/>
      <dgm:spPr/>
      <dgm:t>
        <a:bodyPr/>
        <a:lstStyle/>
        <a:p>
          <a:endParaRPr lang="en-US"/>
        </a:p>
      </dgm:t>
    </dgm:pt>
    <dgm:pt modelId="{93DB9213-0FCA-4CFA-B1E8-7C29E5B35AB6}" type="sibTrans" cxnId="{15A17090-A5DD-4386-B386-FC94B364B844}">
      <dgm:prSet/>
      <dgm:spPr/>
      <dgm:t>
        <a:bodyPr/>
        <a:lstStyle/>
        <a:p>
          <a:endParaRPr lang="en-US"/>
        </a:p>
      </dgm:t>
    </dgm:pt>
    <dgm:pt modelId="{F71F4D8E-ED81-4ADF-A7CE-0669F85D13DC}">
      <dgm:prSet phldrT="[Text]" phldr="0" custT="1"/>
      <dgm:spPr/>
      <dgm:t>
        <a:bodyPr/>
        <a:lstStyle/>
        <a:p>
          <a:r>
            <a:rPr lang="en-US" sz="4000">
              <a:latin typeface="Times New Roman" panose="02020603050405020304" pitchFamily="18" charset="0"/>
              <a:cs typeface="Times New Roman" panose="02020603050405020304" pitchFamily="18" charset="0"/>
            </a:rPr>
            <a:t>2. Kết quả</a:t>
          </a:r>
        </a:p>
      </dgm:t>
    </dgm:pt>
    <dgm:pt modelId="{2A28765D-7F54-4124-A84F-11A3C37EF248}" type="parTrans" cxnId="{2485329E-7868-4586-B17A-A0545B382BC6}">
      <dgm:prSet/>
      <dgm:spPr/>
      <dgm:t>
        <a:bodyPr/>
        <a:lstStyle/>
        <a:p>
          <a:endParaRPr lang="en-US"/>
        </a:p>
      </dgm:t>
    </dgm:pt>
    <dgm:pt modelId="{361052BD-BF2F-4042-9302-8BA050F3E266}" type="sibTrans" cxnId="{2485329E-7868-4586-B17A-A0545B382BC6}">
      <dgm:prSet/>
      <dgm:spPr/>
      <dgm:t>
        <a:bodyPr/>
        <a:lstStyle/>
        <a:p>
          <a:endParaRPr lang="en-US"/>
        </a:p>
      </dgm:t>
    </dgm:pt>
    <dgm:pt modelId="{D983BA3D-0A39-4ACD-BCFE-CBBCDFA6689C}" type="pres">
      <dgm:prSet presAssocID="{4CFC420B-16ED-4058-8093-B6F150D51904}" presName="Name0" presStyleCnt="0">
        <dgm:presLayoutVars>
          <dgm:chMax val="7"/>
          <dgm:chPref val="7"/>
          <dgm:dir/>
        </dgm:presLayoutVars>
      </dgm:prSet>
      <dgm:spPr/>
    </dgm:pt>
    <dgm:pt modelId="{2718A850-8E0F-42DA-8916-1752E6F157DB}" type="pres">
      <dgm:prSet presAssocID="{4CFC420B-16ED-4058-8093-B6F150D51904}" presName="Name1" presStyleCnt="0"/>
      <dgm:spPr/>
    </dgm:pt>
    <dgm:pt modelId="{72D2461A-84A5-4BAF-85F7-8F870DA34750}" type="pres">
      <dgm:prSet presAssocID="{4CFC420B-16ED-4058-8093-B6F150D51904}" presName="cycle" presStyleCnt="0"/>
      <dgm:spPr/>
    </dgm:pt>
    <dgm:pt modelId="{0FAC1BA8-FE5A-4196-8963-767A0C5E7C95}" type="pres">
      <dgm:prSet presAssocID="{4CFC420B-16ED-4058-8093-B6F150D51904}" presName="srcNode" presStyleLbl="node1" presStyleIdx="0" presStyleCnt="2"/>
      <dgm:spPr/>
    </dgm:pt>
    <dgm:pt modelId="{CFBB8B2E-61F0-4C4B-806D-523686B7CA4C}" type="pres">
      <dgm:prSet presAssocID="{4CFC420B-16ED-4058-8093-B6F150D51904}" presName="conn" presStyleLbl="parChTrans1D2" presStyleIdx="0" presStyleCnt="1"/>
      <dgm:spPr/>
    </dgm:pt>
    <dgm:pt modelId="{B72B16C4-0C29-436D-9C9A-66BD50427CC6}" type="pres">
      <dgm:prSet presAssocID="{4CFC420B-16ED-4058-8093-B6F150D51904}" presName="extraNode" presStyleLbl="node1" presStyleIdx="0" presStyleCnt="2"/>
      <dgm:spPr/>
    </dgm:pt>
    <dgm:pt modelId="{80A4DB00-1B6F-40C6-AFF5-F26B032AA0EE}" type="pres">
      <dgm:prSet presAssocID="{4CFC420B-16ED-4058-8093-B6F150D51904}" presName="dstNode" presStyleLbl="node1" presStyleIdx="0" presStyleCnt="2"/>
      <dgm:spPr/>
    </dgm:pt>
    <dgm:pt modelId="{F3C4C204-9595-482F-AA6A-0CD95446B6E6}" type="pres">
      <dgm:prSet presAssocID="{10DA4FAC-AA5F-4FD8-A021-43A2CBC05EB0}" presName="text_1" presStyleLbl="node1" presStyleIdx="0" presStyleCnt="2">
        <dgm:presLayoutVars>
          <dgm:bulletEnabled val="1"/>
        </dgm:presLayoutVars>
      </dgm:prSet>
      <dgm:spPr/>
    </dgm:pt>
    <dgm:pt modelId="{7D70B5AB-DA41-485B-AC54-993BA9F48A40}" type="pres">
      <dgm:prSet presAssocID="{10DA4FAC-AA5F-4FD8-A021-43A2CBC05EB0}" presName="accent_1" presStyleCnt="0"/>
      <dgm:spPr/>
    </dgm:pt>
    <dgm:pt modelId="{3AEA1619-DEBC-4B79-8651-DCBC875144C9}" type="pres">
      <dgm:prSet presAssocID="{10DA4FAC-AA5F-4FD8-A021-43A2CBC05EB0}" presName="accentRepeatNode" presStyleLbl="solidFgAcc1" presStyleIdx="0" presStyleCnt="2"/>
      <dgm:spPr/>
    </dgm:pt>
    <dgm:pt modelId="{5E633CF0-2A00-41F2-AAC0-AB4654E1FE6C}" type="pres">
      <dgm:prSet presAssocID="{F71F4D8E-ED81-4ADF-A7CE-0669F85D13DC}" presName="text_2" presStyleLbl="node1" presStyleIdx="1" presStyleCnt="2">
        <dgm:presLayoutVars>
          <dgm:bulletEnabled val="1"/>
        </dgm:presLayoutVars>
      </dgm:prSet>
      <dgm:spPr/>
    </dgm:pt>
    <dgm:pt modelId="{399C564A-59C0-4C76-A370-4D55FE536CA4}" type="pres">
      <dgm:prSet presAssocID="{F71F4D8E-ED81-4ADF-A7CE-0669F85D13DC}" presName="accent_2" presStyleCnt="0"/>
      <dgm:spPr/>
    </dgm:pt>
    <dgm:pt modelId="{41F11182-D535-4EBF-A79F-DB5120EA05F9}" type="pres">
      <dgm:prSet presAssocID="{F71F4D8E-ED81-4ADF-A7CE-0669F85D13DC}" presName="accentRepeatNode" presStyleLbl="solidFgAcc1" presStyleIdx="1" presStyleCnt="2"/>
      <dgm:spPr/>
    </dgm:pt>
  </dgm:ptLst>
  <dgm:cxnLst>
    <dgm:cxn modelId="{4ABF350A-ED49-45B1-8E4E-354EA5C64CA8}" type="presOf" srcId="{4CFC420B-16ED-4058-8093-B6F150D51904}" destId="{D983BA3D-0A39-4ACD-BCFE-CBBCDFA6689C}" srcOrd="0" destOrd="0" presId="urn:microsoft.com/office/officeart/2008/layout/VerticalCurvedList"/>
    <dgm:cxn modelId="{C6A4321D-DAFC-45BE-8DB8-4490F59B220E}" type="presOf" srcId="{F71F4D8E-ED81-4ADF-A7CE-0669F85D13DC}" destId="{5E633CF0-2A00-41F2-AAC0-AB4654E1FE6C}" srcOrd="0" destOrd="0" presId="urn:microsoft.com/office/officeart/2008/layout/VerticalCurvedList"/>
    <dgm:cxn modelId="{5D563D38-CA6E-4C25-805D-67417458FF4C}" type="presOf" srcId="{10DA4FAC-AA5F-4FD8-A021-43A2CBC05EB0}" destId="{F3C4C204-9595-482F-AA6A-0CD95446B6E6}" srcOrd="0" destOrd="0" presId="urn:microsoft.com/office/officeart/2008/layout/VerticalCurvedList"/>
    <dgm:cxn modelId="{15A17090-A5DD-4386-B386-FC94B364B844}" srcId="{4CFC420B-16ED-4058-8093-B6F150D51904}" destId="{10DA4FAC-AA5F-4FD8-A021-43A2CBC05EB0}" srcOrd="0" destOrd="0" parTransId="{ABBFB5B1-EED7-4BE8-8309-B66AD283C852}" sibTransId="{93DB9213-0FCA-4CFA-B1E8-7C29E5B35AB6}"/>
    <dgm:cxn modelId="{2485329E-7868-4586-B17A-A0545B382BC6}" srcId="{4CFC420B-16ED-4058-8093-B6F150D51904}" destId="{F71F4D8E-ED81-4ADF-A7CE-0669F85D13DC}" srcOrd="1" destOrd="0" parTransId="{2A28765D-7F54-4124-A84F-11A3C37EF248}" sibTransId="{361052BD-BF2F-4042-9302-8BA050F3E266}"/>
    <dgm:cxn modelId="{B5EFC2AF-01DC-4F52-9BDC-0C592FD7F9A9}" type="presOf" srcId="{93DB9213-0FCA-4CFA-B1E8-7C29E5B35AB6}" destId="{CFBB8B2E-61F0-4C4B-806D-523686B7CA4C}" srcOrd="0" destOrd="0" presId="urn:microsoft.com/office/officeart/2008/layout/VerticalCurvedList"/>
    <dgm:cxn modelId="{B8F0B540-0519-4855-9018-AE834A9B20FB}" type="presParOf" srcId="{D983BA3D-0A39-4ACD-BCFE-CBBCDFA6689C}" destId="{2718A850-8E0F-42DA-8916-1752E6F157DB}" srcOrd="0" destOrd="0" presId="urn:microsoft.com/office/officeart/2008/layout/VerticalCurvedList"/>
    <dgm:cxn modelId="{17E288EA-A37A-4B5D-92C0-8EAA2358DCC0}" type="presParOf" srcId="{2718A850-8E0F-42DA-8916-1752E6F157DB}" destId="{72D2461A-84A5-4BAF-85F7-8F870DA34750}" srcOrd="0" destOrd="0" presId="urn:microsoft.com/office/officeart/2008/layout/VerticalCurvedList"/>
    <dgm:cxn modelId="{2E518306-6949-473C-9498-880867233A68}" type="presParOf" srcId="{72D2461A-84A5-4BAF-85F7-8F870DA34750}" destId="{0FAC1BA8-FE5A-4196-8963-767A0C5E7C95}" srcOrd="0" destOrd="0" presId="urn:microsoft.com/office/officeart/2008/layout/VerticalCurvedList"/>
    <dgm:cxn modelId="{915F318A-72AA-432E-9B3E-B23DA487C766}" type="presParOf" srcId="{72D2461A-84A5-4BAF-85F7-8F870DA34750}" destId="{CFBB8B2E-61F0-4C4B-806D-523686B7CA4C}" srcOrd="1" destOrd="0" presId="urn:microsoft.com/office/officeart/2008/layout/VerticalCurvedList"/>
    <dgm:cxn modelId="{D043B526-1895-4971-88E3-C3D010FA293F}" type="presParOf" srcId="{72D2461A-84A5-4BAF-85F7-8F870DA34750}" destId="{B72B16C4-0C29-436D-9C9A-66BD50427CC6}" srcOrd="2" destOrd="0" presId="urn:microsoft.com/office/officeart/2008/layout/VerticalCurvedList"/>
    <dgm:cxn modelId="{1249545A-A585-47F7-A0F9-C795F83464FB}" type="presParOf" srcId="{72D2461A-84A5-4BAF-85F7-8F870DA34750}" destId="{80A4DB00-1B6F-40C6-AFF5-F26B032AA0EE}" srcOrd="3" destOrd="0" presId="urn:microsoft.com/office/officeart/2008/layout/VerticalCurvedList"/>
    <dgm:cxn modelId="{1DA01FB2-DF17-49CF-BFA0-28A908402AC8}" type="presParOf" srcId="{2718A850-8E0F-42DA-8916-1752E6F157DB}" destId="{F3C4C204-9595-482F-AA6A-0CD95446B6E6}" srcOrd="1" destOrd="0" presId="urn:microsoft.com/office/officeart/2008/layout/VerticalCurvedList"/>
    <dgm:cxn modelId="{7864E449-9A5C-44C0-8541-A14A2381BA1A}" type="presParOf" srcId="{2718A850-8E0F-42DA-8916-1752E6F157DB}" destId="{7D70B5AB-DA41-485B-AC54-993BA9F48A40}" srcOrd="2" destOrd="0" presId="urn:microsoft.com/office/officeart/2008/layout/VerticalCurvedList"/>
    <dgm:cxn modelId="{6053AD56-75E1-433E-9FAC-7A6778EEC85B}" type="presParOf" srcId="{7D70B5AB-DA41-485B-AC54-993BA9F48A40}" destId="{3AEA1619-DEBC-4B79-8651-DCBC875144C9}" srcOrd="0" destOrd="0" presId="urn:microsoft.com/office/officeart/2008/layout/VerticalCurvedList"/>
    <dgm:cxn modelId="{2DBFAD8D-10E8-4F7D-8012-11053AACA02C}" type="presParOf" srcId="{2718A850-8E0F-42DA-8916-1752E6F157DB}" destId="{5E633CF0-2A00-41F2-AAC0-AB4654E1FE6C}" srcOrd="3" destOrd="0" presId="urn:microsoft.com/office/officeart/2008/layout/VerticalCurvedList"/>
    <dgm:cxn modelId="{044DA4D9-3FB6-4DBD-ABEB-F0914D0B5C17}" type="presParOf" srcId="{2718A850-8E0F-42DA-8916-1752E6F157DB}" destId="{399C564A-59C0-4C76-A370-4D55FE536CA4}" srcOrd="4" destOrd="0" presId="urn:microsoft.com/office/officeart/2008/layout/VerticalCurvedList"/>
    <dgm:cxn modelId="{A8919B79-CB87-4AD6-ADCA-1C303B5E87EA}" type="presParOf" srcId="{399C564A-59C0-4C76-A370-4D55FE536CA4}" destId="{41F11182-D535-4EBF-A79F-DB5120EA05F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B8B2E-61F0-4C4B-806D-523686B7CA4C}">
      <dsp:nvSpPr>
        <dsp:cNvPr id="0" name=""/>
        <dsp:cNvSpPr/>
      </dsp:nvSpPr>
      <dsp:spPr>
        <a:xfrm>
          <a:off x="-4355958" y="-673007"/>
          <a:ext cx="5227451" cy="5227451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4C204-9595-482F-AA6A-0CD95446B6E6}">
      <dsp:nvSpPr>
        <dsp:cNvPr id="0" name=""/>
        <dsp:cNvSpPr/>
      </dsp:nvSpPr>
      <dsp:spPr>
        <a:xfrm>
          <a:off x="713505" y="554502"/>
          <a:ext cx="7862332" cy="11088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49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>
              <a:latin typeface="Times New Roman" panose="02020603050405020304" pitchFamily="18" charset="0"/>
              <a:cs typeface="Times New Roman" panose="02020603050405020304" pitchFamily="18" charset="0"/>
            </a:rPr>
            <a:t>1. Đặt vấn đề</a:t>
          </a:r>
        </a:p>
      </dsp:txBody>
      <dsp:txXfrm>
        <a:off x="713505" y="554502"/>
        <a:ext cx="7862332" cy="1108848"/>
      </dsp:txXfrm>
    </dsp:sp>
    <dsp:sp modelId="{3AEA1619-DEBC-4B79-8651-DCBC875144C9}">
      <dsp:nvSpPr>
        <dsp:cNvPr id="0" name=""/>
        <dsp:cNvSpPr/>
      </dsp:nvSpPr>
      <dsp:spPr>
        <a:xfrm>
          <a:off x="20474" y="415895"/>
          <a:ext cx="1386061" cy="13860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33CF0-2A00-41F2-AAC0-AB4654E1FE6C}">
      <dsp:nvSpPr>
        <dsp:cNvPr id="0" name=""/>
        <dsp:cNvSpPr/>
      </dsp:nvSpPr>
      <dsp:spPr>
        <a:xfrm>
          <a:off x="713505" y="2218085"/>
          <a:ext cx="7862332" cy="11088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49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>
              <a:latin typeface="Times New Roman" panose="02020603050405020304" pitchFamily="18" charset="0"/>
              <a:cs typeface="Times New Roman" panose="02020603050405020304" pitchFamily="18" charset="0"/>
            </a:rPr>
            <a:t>2. Kết quả</a:t>
          </a:r>
        </a:p>
      </dsp:txBody>
      <dsp:txXfrm>
        <a:off x="713505" y="2218085"/>
        <a:ext cx="7862332" cy="1108848"/>
      </dsp:txXfrm>
    </dsp:sp>
    <dsp:sp modelId="{41F11182-D535-4EBF-A79F-DB5120EA05F9}">
      <dsp:nvSpPr>
        <dsp:cNvPr id="0" name=""/>
        <dsp:cNvSpPr/>
      </dsp:nvSpPr>
      <dsp:spPr>
        <a:xfrm>
          <a:off x="20474" y="2079479"/>
          <a:ext cx="1386061" cy="13860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05725-8E0F-40BC-8191-355ECE0F82A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17B-6BB9-420A-974A-86CA63CB7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4AFAA-2C65-4355-AD27-AAFC3C9A9A7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1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55A02-0B23-4CAD-BB36-68C1E440A99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7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94DB2-1B18-4119-9DAB-7BA2901B4A6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5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765A6-EEDF-4030-A9CB-BF7EE105559B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B6463-6F54-4B0B-B3A5-4634FCE8B8D4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4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4122-F71D-4308-A71A-7DB4C014E249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1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6DD7-2967-469B-B0E8-24E27F9DA9AC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2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543A-537F-4450-BF53-D99A04673F3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4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C477-526E-48D8-AD5E-23B69DB755A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8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F448-472F-4A3F-9538-5A9C3C616E37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9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252F-8E84-4258-A515-DF1A7AF16038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5648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FB2-911D-40C2-A9B9-5EF2522D2BC8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03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223E-A9CF-4BA7-A95D-F88C6043283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6953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850A-4667-4B9F-AC16-B4B962AD5D4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3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3E67-7FAF-4014-B5CD-FECF3E3C0BC3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35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9D9E-8BF8-4BD3-9C5F-1DCD4AAA22D8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0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7EC74-ED0E-491C-AFF2-B83DC1A20987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0EFE98E-40C4-4DF4-A973-681C7D6F8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6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2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30F3-765D-3F6F-1CD1-AA5B97B25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ĐIỀU TRỊ BẰNG PHẪU THUẬT CẮT TÚI MẬT NỘI SOI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B390E-159A-03D1-5967-9E1FB9781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Nguyễn Văn B</a:t>
            </a:r>
          </a:p>
        </p:txBody>
      </p:sp>
    </p:spTree>
    <p:extLst>
      <p:ext uri="{BB962C8B-B14F-4D97-AF65-F5344CB8AC3E}">
        <p14:creationId xmlns:p14="http://schemas.microsoft.com/office/powerpoint/2010/main" val="16115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EF3B-806B-6F65-8655-155C6253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Nội dung trình bày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71D99B-0113-105A-1421-111648939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27517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6C6BC-56A7-FBF1-9A42-D4C1F487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404" y="6031530"/>
            <a:ext cx="911939" cy="365125"/>
          </a:xfrm>
        </p:spPr>
        <p:txBody>
          <a:bodyPr/>
          <a:lstStyle/>
          <a:p>
            <a:fld id="{A70B2AA6-CB44-4598-A1FB-C833FA756AA2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8A3A3-9C75-A87C-62C3-D7E196AA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1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57C0-B1B8-4B0A-3739-07A42463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Đặt vấn đề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1198-D3BF-1EC1-7872-F94C3369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Siêu âm là phương tiện rất phổ biến, dễ thực hiện và không gây hại</a:t>
            </a:r>
          </a:p>
          <a:p>
            <a:r>
              <a:rPr lang="en-US"/>
              <a:t>Mô bệnh học cho biết rõ về đặc điểm polyp túi mật, từ đó có hướng điều trị và xử lí thích hợp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43646-727E-9F79-D70C-A3CF7FC5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6B-E4B4-402A-98DE-B0BA8CC84FC6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89B91-1643-9616-457B-CCA8AC9A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3</a:t>
            </a:fld>
            <a:endParaRPr lang="en-US"/>
          </a:p>
        </p:txBody>
      </p:sp>
      <p:sp>
        <p:nvSpPr>
          <p:cNvPr id="6" name="Action Button: Go Hom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88EC613-781B-FDC4-BF3F-5D171692ADAA}"/>
              </a:ext>
            </a:extLst>
          </p:cNvPr>
          <p:cNvSpPr/>
          <p:nvPr/>
        </p:nvSpPr>
        <p:spPr>
          <a:xfrm>
            <a:off x="5909187" y="5791200"/>
            <a:ext cx="609600" cy="619432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0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DE3B-D12B-AF75-3362-6B71DA84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Kết quả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5D73-B5A4-29E9-BD78-C6E0506F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Số lượng trocart theo phương pháp mổ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0B4ED-3CFE-201C-E6B2-F0DD569D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55A02-0B23-4CAD-BB36-68C1E440A99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7642A-2C28-F97D-1D9D-768E5D28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E98E-40C4-4DF4-A973-681C7D6F8AA0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A173EA-004B-FC59-A647-C19ACCF49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07329"/>
              </p:ext>
            </p:extLst>
          </p:nvPr>
        </p:nvGraphicFramePr>
        <p:xfrm>
          <a:off x="783303" y="3226892"/>
          <a:ext cx="81279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142630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165082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87614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Số lượng trocart theo phương pháp mổ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720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Single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32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 trocart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68,8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5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 trocart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39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Tổng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51401"/>
                  </a:ext>
                </a:extLst>
              </a:tr>
            </a:tbl>
          </a:graphicData>
        </a:graphic>
      </p:graphicFrame>
      <p:sp>
        <p:nvSpPr>
          <p:cNvPr id="7" name="Action Button: Go Hom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D7F6E90-6A56-A5AD-71CF-E3D7B9335EF3}"/>
              </a:ext>
            </a:extLst>
          </p:cNvPr>
          <p:cNvSpPr/>
          <p:nvPr/>
        </p:nvSpPr>
        <p:spPr>
          <a:xfrm>
            <a:off x="5909187" y="5791200"/>
            <a:ext cx="609600" cy="619432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575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112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Times New Roman</vt:lpstr>
      <vt:lpstr>Trebuchet MS</vt:lpstr>
      <vt:lpstr>Wingdings 3</vt:lpstr>
      <vt:lpstr>Facet</vt:lpstr>
      <vt:lpstr>ĐIỀU TRỊ BẰNG PHẪU THUẬT CẮT TÚI MẬT NỘI SOI</vt:lpstr>
      <vt:lpstr>Nội dung trình bày</vt:lpstr>
      <vt:lpstr>1. Đặt vấn đề</vt:lpstr>
      <vt:lpstr>2. Kết quả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Văn Quang Lâm</dc:creator>
  <cp:lastModifiedBy>Mai Văn Quang Lâm</cp:lastModifiedBy>
  <cp:revision>1</cp:revision>
  <dcterms:created xsi:type="dcterms:W3CDTF">2026-05-29T07:17:10Z</dcterms:created>
  <dcterms:modified xsi:type="dcterms:W3CDTF">2026-05-29T07:29:16Z</dcterms:modified>
</cp:coreProperties>
</file>