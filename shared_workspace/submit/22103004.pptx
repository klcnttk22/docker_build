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"/>
  </p:notesMasterIdLst>
  <p:sldIdLst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E1693-D193-4925-BF0A-4B40A4CC64B9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3AA35-4933-4D92-9607-4F75699D00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72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6D924-EF5A-47D6-8E44-DC7A83A5D97E}" type="datetime1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64F7A-D8EE-48B1-89DB-C05125D29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867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734B-A908-4580-B420-1738D9482DB2}" type="datetime1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39110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8D985-F7E8-40AF-9570-472BC6097ABE}" type="datetime1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64F7A-D8EE-48B1-89DB-C05125D29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406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6AEA9-3C0A-4123-B1CA-47CF5258706A}" type="datetime1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64F7A-D8EE-48B1-89DB-C05125D29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58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E91B-AF7A-4040-979E-67792F36B1B5}" type="datetime1">
              <a:rPr lang="en-US" smtClean="0"/>
              <a:t>11/17/2024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64F7A-D8EE-48B1-89DB-C05125D29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820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7E3A1-A3BE-4564-92A2-8C1C3883ADED}" type="datetime1">
              <a:rPr lang="en-US" smtClean="0"/>
              <a:t>11/17/2024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64F7A-D8EE-48B1-89DB-C05125D29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9559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1FD24-B820-4E84-9540-624D54A22754}" type="datetime1">
              <a:rPr lang="en-US" smtClean="0"/>
              <a:t>11/17/2024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64F7A-D8EE-48B1-89DB-C05125D29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179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3E52D-0C72-4464-872B-4A2C1A96ECE8}" type="datetime1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64F7A-D8EE-48B1-89DB-C05125D29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95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12407-FC85-4A87-A382-2B650EBDE5C6}" type="datetime1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64F7A-D8EE-48B1-89DB-C05125D29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30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B1A56-F965-4E84-9574-8EC35ABF4380}" type="datetime1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64F7A-D8EE-48B1-89DB-C05125D29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5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D01A6-D5CC-4450-8C01-F7511AFD070E}" type="datetime1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64F7A-D8EE-48B1-89DB-C05125D29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04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EC092-2BA4-4E9D-89BC-AEA407D6F890}" type="datetime1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D677-6617-4F80-915C-5C7D6384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42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B14B-3B5F-42A2-A497-C1AFBDCC1EB0}" type="datetime1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D677-6617-4F80-915C-5C7D6384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65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5D444-FBFB-434B-9E43-4AF7CE9E44AF}" type="datetime1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D677-6617-4F80-915C-5C7D6384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04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F7959-13BD-4F8E-8239-70CEB6B66464}" type="datetime1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D677-6617-4F80-915C-5C7D6384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32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0A307-60E0-4DEA-A052-7629C480C305}" type="datetime1">
              <a:rPr lang="en-US" smtClean="0"/>
              <a:t>11/17/2024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D677-6617-4F80-915C-5C7D6384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194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A836-2C03-490D-A00A-7ECBF6CBD576}" type="datetime1">
              <a:rPr lang="en-US" smtClean="0"/>
              <a:t>11/17/2024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D677-6617-4F80-915C-5C7D6384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7417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9F17E-DAC7-4B7A-90F3-09F346E9B792}" type="datetime1">
              <a:rPr lang="en-US" smtClean="0"/>
              <a:t>11/17/2024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D677-6617-4F80-915C-5C7D6384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471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DDEAD-FDEE-4E1D-8866-B9BF6C80913E}" type="datetime1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D677-6617-4F80-915C-5C7D6384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397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655B-CA28-4FB1-AA3C-26A9E6F2E679}" type="datetime1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D677-6617-4F80-915C-5C7D6384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2436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9DAD-4969-43A8-93B2-EBD6D3B10A6C}" type="datetime1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D677-6617-4F80-915C-5C7D6384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322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AF40F-75DD-4FDD-B472-8D8ADAE784AB}" type="datetime1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CD677-6617-4F80-915C-5C7D6384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29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9F159-953B-4BCC-8F94-BA0F0F18417C}" type="datetime1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64F7A-D8EE-48B1-89DB-C05125D29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17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D9934-B9F2-4515-BDFC-15D9F628DFEA}" type="datetime1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CD677-6617-4F80-915C-5C7D6384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7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QUÁ TRÌNH HỌC TẬP VÀ LÀM VIỆC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smtClean="0">
                <a:hlinkClick r:id="rId2" action="ppaction://hlinksldjump"/>
              </a:rPr>
              <a:t>1.Bản thân</a:t>
            </a:r>
            <a:endParaRPr lang="en-US" sz="3200" smtClean="0"/>
          </a:p>
          <a:p>
            <a:r>
              <a:rPr lang="en-US" sz="3200" smtClean="0">
                <a:hlinkClick r:id="rId3" action="ppaction://hlinksldjump"/>
              </a:rPr>
              <a:t>2.Quá trình học tập</a:t>
            </a:r>
            <a:endParaRPr lang="en-US" sz="3200" smtClean="0"/>
          </a:p>
          <a:p>
            <a:r>
              <a:rPr lang="en-US" sz="3200" smtClean="0">
                <a:hlinkClick r:id="rId4" action="ppaction://hlinksldjump"/>
              </a:rPr>
              <a:t>3.Lời cam đoan</a:t>
            </a:r>
            <a:endParaRPr lang="en-US" sz="3200" smtClean="0"/>
          </a:p>
          <a:p>
            <a:endParaRPr lang="en-US" sz="3200"/>
          </a:p>
        </p:txBody>
      </p:sp>
      <p:sp>
        <p:nvSpPr>
          <p:cNvPr id="4" name="Action Button: Forward or Next 3">
            <a:hlinkClick r:id="" action="ppaction://hlinkshowjump?jump=nextslide" highlightClick="1"/>
          </p:cNvPr>
          <p:cNvSpPr/>
          <p:nvPr/>
        </p:nvSpPr>
        <p:spPr>
          <a:xfrm>
            <a:off x="9779620" y="3509963"/>
            <a:ext cx="1806497" cy="138542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9403" y="-465920"/>
            <a:ext cx="2792597" cy="21476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62681" y="-321001"/>
            <a:ext cx="2415727" cy="1857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397" y="-151699"/>
            <a:ext cx="2103655" cy="181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2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Bản thân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mtClean="0"/>
              <a:t>Họ và tên</a:t>
            </a:r>
          </a:p>
          <a:p>
            <a:r>
              <a:rPr lang="en-US" smtClean="0"/>
              <a:t>Ngày sinh</a:t>
            </a:r>
          </a:p>
          <a:p>
            <a:r>
              <a:rPr lang="en-US" smtClean="0"/>
              <a:t>Dân tộc</a:t>
            </a:r>
          </a:p>
          <a:p>
            <a:r>
              <a:rPr lang="en-US" smtClean="0"/>
              <a:t>Địa chỉ liên lạc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mtClean="0"/>
              <a:t>Nam/nữ</a:t>
            </a:r>
          </a:p>
          <a:p>
            <a:r>
              <a:rPr lang="en-US" smtClean="0"/>
              <a:t>Nơi sinh</a:t>
            </a:r>
          </a:p>
          <a:p>
            <a:r>
              <a:rPr lang="en-US" smtClean="0"/>
              <a:t>Tôn giáo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1</a:t>
            </a:r>
            <a:endParaRPr lang="en-US"/>
          </a:p>
        </p:txBody>
      </p:sp>
      <p:sp>
        <p:nvSpPr>
          <p:cNvPr id="8" name="Action Button: Forward or Next 7">
            <a:hlinkClick r:id="" action="ppaction://hlinkshowjump?jump=nextslide" highlightClick="1"/>
          </p:cNvPr>
          <p:cNvSpPr/>
          <p:nvPr/>
        </p:nvSpPr>
        <p:spPr>
          <a:xfrm>
            <a:off x="9946888" y="3992137"/>
            <a:ext cx="2062975" cy="177304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Quá trình học tập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853935"/>
              </p:ext>
            </p:extLst>
          </p:nvPr>
        </p:nvGraphicFramePr>
        <p:xfrm>
          <a:off x="1616927" y="2163336"/>
          <a:ext cx="9121697" cy="36842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05129">
                  <a:extLst>
                    <a:ext uri="{9D8B030D-6E8A-4147-A177-3AD203B41FA5}">
                      <a16:colId xmlns:a16="http://schemas.microsoft.com/office/drawing/2014/main" val="2967270409"/>
                    </a:ext>
                  </a:extLst>
                </a:gridCol>
                <a:gridCol w="2653171">
                  <a:extLst>
                    <a:ext uri="{9D8B030D-6E8A-4147-A177-3AD203B41FA5}">
                      <a16:colId xmlns:a16="http://schemas.microsoft.com/office/drawing/2014/main" val="3480957430"/>
                    </a:ext>
                  </a:extLst>
                </a:gridCol>
                <a:gridCol w="2653171">
                  <a:extLst>
                    <a:ext uri="{9D8B030D-6E8A-4147-A177-3AD203B41FA5}">
                      <a16:colId xmlns:a16="http://schemas.microsoft.com/office/drawing/2014/main" val="2561873299"/>
                    </a:ext>
                  </a:extLst>
                </a:gridCol>
                <a:gridCol w="1510226">
                  <a:extLst>
                    <a:ext uri="{9D8B030D-6E8A-4147-A177-3AD203B41FA5}">
                      <a16:colId xmlns:a16="http://schemas.microsoft.com/office/drawing/2014/main" val="2725257653"/>
                    </a:ext>
                  </a:extLst>
                </a:gridCol>
              </a:tblGrid>
              <a:tr h="410515">
                <a:tc rowSpan="2"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Ngày tháng năm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Quá trình học tập, công tác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Thành tích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5600610"/>
                  </a:ext>
                </a:extLst>
              </a:tr>
              <a:tr h="4105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402355"/>
                  </a:ext>
                </a:extLst>
              </a:tr>
              <a:tr h="561566"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1.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4">
                  <a:txBody>
                    <a:bodyPr/>
                    <a:lstStyle/>
                    <a:p>
                      <a:pPr marL="71755"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Huy chương vàng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vert="vert" anchor="ctr"/>
                </a:tc>
                <a:extLst>
                  <a:ext uri="{0D108BD9-81ED-4DB2-BD59-A6C34878D82A}">
                    <a16:rowId xmlns:a16="http://schemas.microsoft.com/office/drawing/2014/main" val="1909845977"/>
                  </a:ext>
                </a:extLst>
              </a:tr>
              <a:tr h="561566"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2.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998005"/>
                  </a:ext>
                </a:extLst>
              </a:tr>
              <a:tr h="610338"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3.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408005"/>
                  </a:ext>
                </a:extLst>
              </a:tr>
              <a:tr h="581074"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4.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762576"/>
                  </a:ext>
                </a:extLst>
              </a:tr>
              <a:tr h="410515">
                <a:tc gridSpan="4">
                  <a:txBody>
                    <a:bodyPr/>
                    <a:lstStyle/>
                    <a:p>
                      <a:pPr marR="31115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5855335" algn="l"/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Ghi chú:	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87950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2</a:t>
            </a:r>
          </a:p>
        </p:txBody>
      </p:sp>
      <p:sp>
        <p:nvSpPr>
          <p:cNvPr id="5" name="Action Button: Forward or Next 4">
            <a:hlinkClick r:id="" action="ppaction://hlinkshowjump?jump=nextslide" highlightClick="1"/>
          </p:cNvPr>
          <p:cNvSpPr/>
          <p:nvPr/>
        </p:nvSpPr>
        <p:spPr>
          <a:xfrm>
            <a:off x="10850137" y="3992138"/>
            <a:ext cx="1159726" cy="161692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5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Lời cam đoan</a:t>
            </a:r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6028837"/>
              </p:ext>
            </p:extLst>
          </p:nvPr>
        </p:nvGraphicFramePr>
        <p:xfrm>
          <a:off x="713678" y="1929163"/>
          <a:ext cx="10370634" cy="39029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56184">
                  <a:extLst>
                    <a:ext uri="{9D8B030D-6E8A-4147-A177-3AD203B41FA5}">
                      <a16:colId xmlns:a16="http://schemas.microsoft.com/office/drawing/2014/main" val="3340387300"/>
                    </a:ext>
                  </a:extLst>
                </a:gridCol>
                <a:gridCol w="3457225">
                  <a:extLst>
                    <a:ext uri="{9D8B030D-6E8A-4147-A177-3AD203B41FA5}">
                      <a16:colId xmlns:a16="http://schemas.microsoft.com/office/drawing/2014/main" val="3048841781"/>
                    </a:ext>
                  </a:extLst>
                </a:gridCol>
                <a:gridCol w="3457225">
                  <a:extLst>
                    <a:ext uri="{9D8B030D-6E8A-4147-A177-3AD203B41FA5}">
                      <a16:colId xmlns:a16="http://schemas.microsoft.com/office/drawing/2014/main" val="2828793560"/>
                    </a:ext>
                  </a:extLst>
                </a:gridCol>
              </a:tblGrid>
              <a:tr h="975731"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endPara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BÊN A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BÊN B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33091343"/>
                  </a:ext>
                </a:extLst>
              </a:tr>
              <a:tr h="975731">
                <a:tc>
                  <a:txBody>
                    <a:bodyPr/>
                    <a:lstStyle/>
                    <a:p>
                      <a:pPr marR="31115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2800">
                          <a:effectLst/>
                        </a:rPr>
                        <a:t>Chứng từ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2896961"/>
                  </a:ext>
                </a:extLst>
              </a:tr>
              <a:tr h="975731"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1740048"/>
                  </a:ext>
                </a:extLst>
              </a:tr>
              <a:tr h="975731"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1115" algn="ctr">
                        <a:lnSpc>
                          <a:spcPct val="107000"/>
                        </a:lnSpc>
                        <a:spcAft>
                          <a:spcPts val="600"/>
                        </a:spcAft>
                        <a:tabLst>
                          <a:tab pos="6210935" algn="l"/>
                        </a:tabLs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5908413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3</a:t>
            </a:r>
          </a:p>
        </p:txBody>
      </p:sp>
      <p:sp>
        <p:nvSpPr>
          <p:cNvPr id="5" name="Action Button: Forward or Next 4">
            <a:hlinkClick r:id="" action="ppaction://hlinkshowjump?jump=nextslide" highlightClick="1"/>
          </p:cNvPr>
          <p:cNvSpPr/>
          <p:nvPr/>
        </p:nvSpPr>
        <p:spPr>
          <a:xfrm>
            <a:off x="11084312" y="3992137"/>
            <a:ext cx="925551" cy="163922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3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76</Words>
  <Application>Microsoft Office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Times New Roman</vt:lpstr>
      <vt:lpstr>Office Theme</vt:lpstr>
      <vt:lpstr>Custom Design</vt:lpstr>
      <vt:lpstr>QUÁ TRÌNH HỌC TẬP VÀ LÀM VIỆC</vt:lpstr>
      <vt:lpstr>Bản thân</vt:lpstr>
      <vt:lpstr>Quá trình học tập</vt:lpstr>
      <vt:lpstr>Lời cam đoan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QUÁ TRÌNH HỌC TẬP VÀ LÀM VIỆC</dc:title>
  <dc:creator>MAY66</dc:creator>
  <cp:lastModifiedBy>MAY66</cp:lastModifiedBy>
  <cp:revision>6</cp:revision>
  <dcterms:created xsi:type="dcterms:W3CDTF">2024-11-17T11:03:06Z</dcterms:created>
  <dcterms:modified xsi:type="dcterms:W3CDTF">2024-11-17T12:28:57Z</dcterms:modified>
</cp:coreProperties>
</file>