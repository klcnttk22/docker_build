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6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490F49-0389-4A81-A66E-8E3DC6EC1419}" type="datetimeFigureOut">
              <a:rPr lang="en-US" smtClean="0"/>
              <a:t>11/21/2024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4184E5-6EFA-45BE-9CF3-13E4163B61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706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175512" y="964059"/>
            <a:ext cx="9075574" cy="1646302"/>
          </a:xfrm>
        </p:spPr>
        <p:txBody>
          <a:bodyPr anchor="b">
            <a:noAutofit/>
          </a:bodyPr>
          <a:lstStyle>
            <a:lvl1pPr algn="r">
              <a:defRPr sz="4000" b="1" baseline="0"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QUÁ TRÌNH HỌC TẬP VÀ RÈN LUYỆN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BBFC6-F169-4966-B3EA-FB747E164E01}" type="datetime1">
              <a:rPr lang="vi-VN" smtClean="0"/>
              <a:t>21/11/2024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0A3BE-502E-42D0-8200-C8ECE171499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Heart 8"/>
          <p:cNvSpPr/>
          <p:nvPr userDrawn="1"/>
        </p:nvSpPr>
        <p:spPr>
          <a:xfrm>
            <a:off x="4295332" y="3424766"/>
            <a:ext cx="2038607" cy="1545544"/>
          </a:xfrm>
          <a:prstGeom prst="heart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191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FB61-DE9B-4322-A0B7-C7E110CF7B24}" type="datetime1">
              <a:rPr lang="vi-VN" smtClean="0"/>
              <a:t>21/11/2024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0A3BE-502E-42D0-8200-C8ECE17149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989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E1A1E-E52B-4E62-9810-6340F9E400FD}" type="datetime1">
              <a:rPr lang="vi-VN" smtClean="0"/>
              <a:t>21/11/2024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0A3BE-502E-42D0-8200-C8ECE17149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4887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C658F-3DF2-4934-99EA-18E2F8385151}" type="datetime1">
              <a:rPr lang="vi-VN" smtClean="0"/>
              <a:t>21/11/2024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0A3BE-502E-42D0-8200-C8ECE17149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021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7FDC0-2664-4527-9C1E-D17B805F4F89}" type="datetime1">
              <a:rPr lang="vi-VN" smtClean="0"/>
              <a:t>21/11/2024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0A3BE-502E-42D0-8200-C8ECE17149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4797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86C06-0AA9-41FC-A498-DBA0858F25E0}" type="datetime1">
              <a:rPr lang="vi-VN" smtClean="0"/>
              <a:t>21/11/2024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0A3BE-502E-42D0-8200-C8ECE17149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3388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FA5A-BF51-4A30-A09C-6BD94B4D2618}" type="datetime1">
              <a:rPr lang="vi-VN" smtClean="0"/>
              <a:t>21/11/2024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0A3BE-502E-42D0-8200-C8ECE17149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4534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0ABD6-ACE0-4E7E-9FB0-1A0EDA871605}" type="datetime1">
              <a:rPr lang="vi-VN" smtClean="0"/>
              <a:t>21/11/2024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0A3BE-502E-42D0-8200-C8ECE17149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0518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64316-6CC1-4024-AE3A-E3AB6FEB6300}" type="datetime1">
              <a:rPr lang="vi-VN" smtClean="0"/>
              <a:t>21/11/2024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0A3BE-502E-42D0-8200-C8ECE17149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649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7C558-E45F-491A-99D4-58EB59D7ABA4}" type="datetime1">
              <a:rPr lang="vi-VN" smtClean="0"/>
              <a:t>21/11/2024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0A3BE-502E-42D0-8200-C8ECE17149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8449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DB8A3-8EB7-451D-8628-D8944A4E0E6C}" type="datetime1">
              <a:rPr lang="vi-VN" smtClean="0"/>
              <a:t>21/11/2024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0A3BE-502E-42D0-8200-C8ECE171499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47166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C1214-62B8-41B9-8777-D31E6E5F6CE0}" type="datetime1">
              <a:rPr lang="vi-VN" smtClean="0"/>
              <a:t>21/11/2024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0A3BE-502E-42D0-8200-C8ECE17149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9726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DA88F-EDF3-403B-9A73-369304985F44}" type="datetime1">
              <a:rPr lang="vi-VN" smtClean="0"/>
              <a:t>21/11/2024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0A3BE-502E-42D0-8200-C8ECE171499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0615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F9AE5-C854-4F51-A747-ABA5664D2C45}" type="datetime1">
              <a:rPr lang="vi-VN" smtClean="0"/>
              <a:t>21/11/2024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0A3BE-502E-42D0-8200-C8ECE17149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658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1A6AE-4B0F-4D38-9301-918F21C8EC76}" type="datetime1">
              <a:rPr lang="vi-VN" smtClean="0"/>
              <a:t>21/11/2024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0A3BE-502E-42D0-8200-C8ECE17149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8091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AA0B7-44C8-4326-9CD7-939CF1F8895D}" type="datetime1">
              <a:rPr lang="vi-VN" smtClean="0"/>
              <a:t>21/11/2024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0A3BE-502E-42D0-8200-C8ECE17149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973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04DB2E-C1EA-4D90-9736-1C783E044947}" type="datetime1">
              <a:rPr lang="vi-VN" smtClean="0"/>
              <a:t>21/11/2024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EC0A3BE-502E-42D0-8200-C8ECE171499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7566291" y="723354"/>
            <a:ext cx="1296695" cy="1145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5-Point Star 8"/>
          <p:cNvSpPr/>
          <p:nvPr userDrawn="1"/>
        </p:nvSpPr>
        <p:spPr>
          <a:xfrm>
            <a:off x="7616046" y="738359"/>
            <a:ext cx="1197184" cy="1130623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879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  <p:hf hdr="0" ft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6079" y="1189051"/>
            <a:ext cx="9075574" cy="1646302"/>
          </a:xfrm>
        </p:spPr>
        <p:txBody>
          <a:bodyPr/>
          <a:lstStyle/>
          <a:p>
            <a:r>
              <a:rPr lang="en-US" dirty="0" smtClean="0"/>
              <a:t>QUÁ TRÌNH HỌC TẬP VÀ RÈN LUYỆN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613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1.BẢN THÂN</a:t>
            </a:r>
          </a:p>
          <a:p>
            <a:pPr defTabSz="914400">
              <a:tabLst>
                <a:tab pos="4516438" algn="l"/>
                <a:tab pos="4572000" algn="l"/>
                <a:tab pos="5486400" algn="l"/>
              </a:tabLst>
            </a:pPr>
            <a:r>
              <a:rPr lang="en-US" dirty="0" smtClean="0"/>
              <a:t>Họ và tên……………………………………nam/ nữ………………………………………………</a:t>
            </a:r>
          </a:p>
          <a:p>
            <a:pPr defTabSz="914400">
              <a:tabLst>
                <a:tab pos="4516438" algn="l"/>
                <a:tab pos="4572000" algn="l"/>
                <a:tab pos="5486400" algn="l"/>
              </a:tabLst>
            </a:pPr>
            <a:r>
              <a:rPr lang="en-US" dirty="0" smtClean="0"/>
              <a:t>Ngày sinh……………………………………nơi sinh………………………………………………</a:t>
            </a:r>
          </a:p>
          <a:p>
            <a:pPr defTabSz="914400">
              <a:tabLst>
                <a:tab pos="4516438" algn="l"/>
                <a:tab pos="4572000" algn="l"/>
                <a:tab pos="5486400" algn="l"/>
              </a:tabLst>
            </a:pPr>
            <a:r>
              <a:rPr lang="en-US" dirty="0" smtClean="0"/>
              <a:t>Dân tộc……………………………………… tôn giáo………………………………………………</a:t>
            </a:r>
          </a:p>
          <a:p>
            <a:pPr defTabSz="914400">
              <a:tabLst>
                <a:tab pos="4516438" algn="l"/>
                <a:tab pos="4572000" algn="l"/>
                <a:tab pos="5486400" algn="l"/>
              </a:tabLst>
            </a:pPr>
            <a:r>
              <a:rPr lang="en-US" dirty="0" smtClean="0"/>
              <a:t>Địa chỉ liên lạc………………………………………………………………..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FB61-DE9B-4322-A0B7-C7E110CF7B24}" type="datetime1">
              <a:rPr lang="vi-VN" smtClean="0"/>
              <a:t>21/11/2024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0A3BE-502E-42D0-8200-C8ECE1714990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Action Button: Back or Previous 5">
            <a:hlinkClick r:id="" action="ppaction://hlinkshowjump?jump=previousslide" highlightClick="1"/>
          </p:cNvPr>
          <p:cNvSpPr/>
          <p:nvPr/>
        </p:nvSpPr>
        <p:spPr>
          <a:xfrm>
            <a:off x="3795822" y="5443870"/>
            <a:ext cx="616689" cy="597492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Action Button: Forward or Next 6">
            <a:hlinkClick r:id="" action="ppaction://hlinkshowjump?jump=nextslide" highlightClick="1"/>
          </p:cNvPr>
          <p:cNvSpPr/>
          <p:nvPr/>
        </p:nvSpPr>
        <p:spPr>
          <a:xfrm>
            <a:off x="5178056" y="5443870"/>
            <a:ext cx="648586" cy="59749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ction Button: Home 7">
            <a:hlinkClick r:id="" action="ppaction://hlinkshowjump?jump=firstslide" highlightClick="1"/>
          </p:cNvPr>
          <p:cNvSpPr/>
          <p:nvPr/>
        </p:nvSpPr>
        <p:spPr>
          <a:xfrm>
            <a:off x="4497572" y="5443870"/>
            <a:ext cx="584791" cy="59749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1947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2.Quá trình học tập:</a:t>
            </a:r>
          </a:p>
          <a:p>
            <a:pPr>
              <a:buFont typeface="+mj-lt"/>
              <a:buAutoNum type="alphaLcPeriod"/>
            </a:pPr>
            <a:r>
              <a:rPr lang="en-US" dirty="0" smtClean="0"/>
              <a:t>Ngày tháng năm</a:t>
            </a:r>
          </a:p>
          <a:p>
            <a:pPr>
              <a:buFont typeface="+mj-lt"/>
              <a:buAutoNum type="alphaLcPeriod"/>
            </a:pPr>
            <a:r>
              <a:rPr lang="en-US" dirty="0" smtClean="0"/>
              <a:t>Quá trình học tập công tác</a:t>
            </a:r>
          </a:p>
          <a:p>
            <a:pPr>
              <a:buFont typeface="+mj-lt"/>
              <a:buAutoNum type="alphaLcPeriod"/>
            </a:pPr>
            <a:r>
              <a:rPr lang="en-US" dirty="0" smtClean="0"/>
              <a:t>Thành tích</a:t>
            </a:r>
          </a:p>
          <a:p>
            <a:pPr>
              <a:buFont typeface="+mj-lt"/>
              <a:buAutoNum type="alphaLcPeriod"/>
            </a:pPr>
            <a:r>
              <a:rPr lang="en-US" dirty="0" smtClean="0"/>
              <a:t>Ghi chú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FB61-DE9B-4322-A0B7-C7E110CF7B24}" type="datetime1">
              <a:rPr lang="vi-VN" smtClean="0"/>
              <a:t>21/11/2024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0A3BE-502E-42D0-8200-C8ECE1714990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Action Button: Back or Previous 5">
            <a:hlinkClick r:id="" action="ppaction://hlinkshowjump?jump=previousslide" highlightClick="1"/>
          </p:cNvPr>
          <p:cNvSpPr/>
          <p:nvPr/>
        </p:nvSpPr>
        <p:spPr>
          <a:xfrm>
            <a:off x="3795822" y="5443870"/>
            <a:ext cx="616689" cy="597492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Action Button: Forward or Next 6">
            <a:hlinkClick r:id="" action="ppaction://hlinkshowjump?jump=nextslide" highlightClick="1"/>
          </p:cNvPr>
          <p:cNvSpPr/>
          <p:nvPr/>
        </p:nvSpPr>
        <p:spPr>
          <a:xfrm>
            <a:off x="5178056" y="5443870"/>
            <a:ext cx="648586" cy="59749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ction Button: Home 8">
            <a:hlinkClick r:id="" action="ppaction://hlinkshowjump?jump=firstslide" highlightClick="1"/>
          </p:cNvPr>
          <p:cNvSpPr/>
          <p:nvPr/>
        </p:nvSpPr>
        <p:spPr>
          <a:xfrm>
            <a:off x="4497572" y="5443870"/>
            <a:ext cx="584791" cy="59749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256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3.Lời cam </a:t>
            </a:r>
            <a:r>
              <a:rPr lang="vi-VN" dirty="0" smtClean="0"/>
              <a:t>đoan</a:t>
            </a:r>
          </a:p>
          <a:p>
            <a:pPr>
              <a:buFont typeface="+mj-lt"/>
              <a:buAutoNum type="alphaLcPeriod"/>
            </a:pPr>
            <a:r>
              <a:rPr lang="en-US" dirty="0" smtClean="0"/>
              <a:t>Tạo mẫu theo văn bản</a:t>
            </a:r>
          </a:p>
          <a:p>
            <a:pPr>
              <a:buFont typeface="+mj-lt"/>
              <a:buAutoNum type="alphaLcPeriod"/>
            </a:pPr>
            <a:r>
              <a:rPr lang="en-US" dirty="0" smtClean="0"/>
              <a:t>Lập danh mục các tiêu đề</a:t>
            </a:r>
          </a:p>
          <a:p>
            <a:pPr>
              <a:buFont typeface="+mj-lt"/>
              <a:buAutoNum type="alphaLcPeriod"/>
            </a:pPr>
            <a:r>
              <a:rPr lang="en-US" dirty="0" smtClean="0"/>
              <a:t>Chèn các tiêu đề cho bảng biểu và lập danh mục các bảng biểu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FB61-DE9B-4322-A0B7-C7E110CF7B24}" type="datetime1">
              <a:rPr lang="vi-VN" smtClean="0"/>
              <a:t>21/11/2024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0A3BE-502E-42D0-8200-C8ECE1714990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Action Button: Back or Previous 5">
            <a:hlinkClick r:id="" action="ppaction://hlinkshowjump?jump=previousslide" highlightClick="1"/>
          </p:cNvPr>
          <p:cNvSpPr/>
          <p:nvPr/>
        </p:nvSpPr>
        <p:spPr>
          <a:xfrm>
            <a:off x="3795822" y="5443870"/>
            <a:ext cx="616689" cy="597492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Action Button: Forward or Next 6">
            <a:hlinkClick r:id="" action="ppaction://hlinkshowjump?jump=nextslide" highlightClick="1"/>
          </p:cNvPr>
          <p:cNvSpPr/>
          <p:nvPr/>
        </p:nvSpPr>
        <p:spPr>
          <a:xfrm>
            <a:off x="5178056" y="5443870"/>
            <a:ext cx="648586" cy="59749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ction Button: Home 7">
            <a:hlinkClick r:id="" action="ppaction://hlinkshowjump?jump=firstslide" highlightClick="1"/>
          </p:cNvPr>
          <p:cNvSpPr/>
          <p:nvPr/>
        </p:nvSpPr>
        <p:spPr>
          <a:xfrm>
            <a:off x="4497572" y="5443870"/>
            <a:ext cx="584791" cy="59749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2990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2160589"/>
            <a:ext cx="10841877" cy="38807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noProof="1" smtClean="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Cảm ơn thầy cô </a:t>
            </a:r>
            <a:r>
              <a:rPr lang="en-US" sz="4800" noProof="1" smtClean="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và</a:t>
            </a:r>
            <a:r>
              <a:rPr lang="en-US" sz="4800" noProof="1" smtClean="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 </a:t>
            </a:r>
            <a:r>
              <a:rPr lang="en-US" sz="4800" noProof="1" smtClean="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các</a:t>
            </a:r>
            <a:r>
              <a:rPr lang="en-US" sz="4800" noProof="1" smtClean="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 bạn đã lắng nghe</a:t>
            </a:r>
          </a:p>
          <a:p>
            <a:pPr marL="0" indent="0" algn="ctr">
              <a:buNone/>
            </a:pPr>
            <a:r>
              <a:rPr lang="en-US" sz="4800" noProof="1" smtClean="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Xin chào </a:t>
            </a:r>
            <a:r>
              <a:rPr lang="en-US" sz="4800" noProof="1" smtClean="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và</a:t>
            </a:r>
            <a:r>
              <a:rPr lang="en-US" sz="4800" noProof="1" smtClean="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 hẹn gặp lại</a:t>
            </a:r>
            <a:r>
              <a:rPr lang="en-US" sz="4800" dirty="0" smtClean="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!</a:t>
            </a:r>
            <a:endParaRPr lang="en-US" sz="4800" dirty="0"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BFB61-DE9B-4322-A0B7-C7E110CF7B24}" type="datetime1">
              <a:rPr lang="vi-VN" smtClean="0"/>
              <a:t>21/11/2024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0A3BE-502E-42D0-8200-C8ECE1714990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Action Button: Back or Previous 5">
            <a:hlinkClick r:id="" action="ppaction://hlinkshowjump?jump=previousslide" highlightClick="1"/>
          </p:cNvPr>
          <p:cNvSpPr/>
          <p:nvPr/>
        </p:nvSpPr>
        <p:spPr>
          <a:xfrm>
            <a:off x="3795822" y="5443870"/>
            <a:ext cx="616689" cy="597492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Action Button: Forward or Next 6">
            <a:hlinkClick r:id="" action="ppaction://hlinkshowjump?jump=nextslide" highlightClick="1"/>
          </p:cNvPr>
          <p:cNvSpPr/>
          <p:nvPr/>
        </p:nvSpPr>
        <p:spPr>
          <a:xfrm>
            <a:off x="5178056" y="5443870"/>
            <a:ext cx="648586" cy="59749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ction Button: Home 7">
            <a:hlinkClick r:id="" action="ppaction://hlinkshowjump?jump=firstslide" highlightClick="1"/>
          </p:cNvPr>
          <p:cNvSpPr/>
          <p:nvPr/>
        </p:nvSpPr>
        <p:spPr>
          <a:xfrm>
            <a:off x="4497572" y="5443870"/>
            <a:ext cx="584791" cy="59749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1578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74</TotalTime>
  <Words>105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Tahoma</vt:lpstr>
      <vt:lpstr>Wingdings 3</vt:lpstr>
      <vt:lpstr>Facet</vt:lpstr>
      <vt:lpstr>QUÁ TRÌNH HỌC TẬP VÀ RÈN LUYỆN</vt:lpstr>
      <vt:lpstr> 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MAY62</dc:creator>
  <cp:lastModifiedBy>MAY62</cp:lastModifiedBy>
  <cp:revision>7</cp:revision>
  <dcterms:created xsi:type="dcterms:W3CDTF">2024-11-21T02:20:11Z</dcterms:created>
  <dcterms:modified xsi:type="dcterms:W3CDTF">2024-11-21T03:34:24Z</dcterms:modified>
</cp:coreProperties>
</file>