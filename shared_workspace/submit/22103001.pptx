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5193B-4BA3-4D7F-AADB-E3C49B7E52D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3A25E-36A9-4D1E-81EF-B64B3B10F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4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40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>
            <a:normAutofit/>
          </a:bodyPr>
          <a:lstStyle>
            <a:lvl1pPr marL="0" indent="0" algn="r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000" b="0"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000" b="0"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000" b="0"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000" b="0"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000" b="0" cap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32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6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 smtClean="0"/>
              <a:t>QUÁ TRÌNH HỌC TẬP VÀ LÀM VIỆC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 smtClean="0"/>
              <a:t>24307021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93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Nội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>
                <a:hlinkClick r:id="rId2" action="ppaction://hlinksldjump"/>
              </a:rPr>
              <a:t>1. Bản thân</a:t>
            </a:r>
            <a:endParaRPr lang="vi-VN" dirty="0" smtClean="0"/>
          </a:p>
          <a:p>
            <a:pPr marL="0" indent="0">
              <a:buNone/>
            </a:pPr>
            <a:endParaRPr lang="vi-VN" dirty="0" smtClean="0"/>
          </a:p>
          <a:p>
            <a:r>
              <a:rPr lang="vi-VN" dirty="0" smtClean="0">
                <a:hlinkClick r:id="rId3" action="ppaction://hlinksldjump"/>
              </a:rPr>
              <a:t>2. Quá trình học tập</a:t>
            </a:r>
            <a:endParaRPr lang="vi-VN" dirty="0" smtClean="0"/>
          </a:p>
          <a:p>
            <a:pPr marL="0" indent="0">
              <a:buNone/>
            </a:pPr>
            <a:endParaRPr lang="vi-VN" dirty="0" smtClean="0"/>
          </a:p>
          <a:p>
            <a:r>
              <a:rPr lang="vi-VN" dirty="0" smtClean="0">
                <a:hlinkClick r:id="rId4" action="ppaction://hlinksldjump"/>
              </a:rPr>
              <a:t>3. Lời cam đoan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D57F1E4F-1CFF-5643-939E-217C01CDF565}" type="slidenum">
              <a:rPr lang="en-US" sz="1200" smtClean="0"/>
              <a:pPr/>
              <a:t>2</a:t>
            </a:fld>
            <a:endParaRPr lang="en-US" sz="1200" dirty="0"/>
          </a:p>
        </p:txBody>
      </p:sp>
      <p:sp>
        <p:nvSpPr>
          <p:cNvPr id="8" name="Oval 7">
            <a:hlinkClick r:id="" action="ppaction://hlinkshowjump?jump=firstslide"/>
          </p:cNvPr>
          <p:cNvSpPr/>
          <p:nvPr/>
        </p:nvSpPr>
        <p:spPr>
          <a:xfrm>
            <a:off x="434898" y="6406487"/>
            <a:ext cx="242436" cy="2730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14039" y="6406487"/>
            <a:ext cx="245327" cy="27309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hlinkClick r:id="rId5" action="ppaction://hlinksldjump"/>
              </a:rPr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9567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1. Bản thân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6205"/>
            <a:ext cx="8596668" cy="5441795"/>
          </a:xfrm>
        </p:spPr>
        <p:txBody>
          <a:bodyPr>
            <a:normAutofit/>
          </a:bodyPr>
          <a:lstStyle/>
          <a:p>
            <a:r>
              <a:rPr lang="vi-VN" dirty="0" smtClean="0"/>
              <a:t>Họ và tên</a:t>
            </a:r>
          </a:p>
          <a:p>
            <a:r>
              <a:rPr lang="vi-VN" dirty="0" smtClean="0"/>
              <a:t>Giới tính</a:t>
            </a:r>
          </a:p>
          <a:p>
            <a:r>
              <a:rPr lang="vi-VN" dirty="0" smtClean="0"/>
              <a:t>Ngày sinh</a:t>
            </a:r>
          </a:p>
          <a:p>
            <a:r>
              <a:rPr lang="vi-VN" dirty="0" smtClean="0"/>
              <a:t>Nơi sinh</a:t>
            </a:r>
          </a:p>
          <a:p>
            <a:r>
              <a:rPr lang="vi-VN" dirty="0" smtClean="0"/>
              <a:t>Dân tộc</a:t>
            </a:r>
          </a:p>
          <a:p>
            <a:r>
              <a:rPr lang="vi-VN" dirty="0" smtClean="0"/>
              <a:t>Tôn giáo</a:t>
            </a:r>
          </a:p>
          <a:p>
            <a:r>
              <a:rPr lang="vi-VN" dirty="0" smtClean="0"/>
              <a:t>Địa chỉ liên hệ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200" smtClean="0"/>
              <a:pPr/>
              <a:t>3</a:t>
            </a:fld>
            <a:endParaRPr lang="en-US" sz="1200" dirty="0"/>
          </a:p>
        </p:txBody>
      </p:sp>
      <p:sp>
        <p:nvSpPr>
          <p:cNvPr id="5" name="Oval 4">
            <a:hlinkClick r:id="" action="ppaction://hlinkshowjump?jump=firstslide"/>
          </p:cNvPr>
          <p:cNvSpPr/>
          <p:nvPr/>
        </p:nvSpPr>
        <p:spPr>
          <a:xfrm>
            <a:off x="791737" y="6041362"/>
            <a:ext cx="245326" cy="2367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hlinkClick r:id="rId2" action="ppaction://hlinksldjump"/>
          </p:cNvPr>
          <p:cNvSpPr/>
          <p:nvPr/>
        </p:nvSpPr>
        <p:spPr>
          <a:xfrm>
            <a:off x="1538868" y="6041362"/>
            <a:ext cx="289932" cy="2702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2" action="ppaction://hlinksldjump"/>
              </a:rPr>
              <a:t>2</a:t>
            </a:r>
            <a:endParaRPr lang="en-US" dirty="0"/>
          </a:p>
        </p:txBody>
      </p:sp>
      <p:sp>
        <p:nvSpPr>
          <p:cNvPr id="7" name="Oval 6">
            <a:hlinkClick r:id="rId3" action="ppaction://hlinksldjump"/>
          </p:cNvPr>
          <p:cNvSpPr/>
          <p:nvPr/>
        </p:nvSpPr>
        <p:spPr>
          <a:xfrm>
            <a:off x="2308302" y="6041362"/>
            <a:ext cx="267630" cy="2367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hlinkClick r:id="rId4" action="ppaction://hlinksldjump"/>
              </a:rPr>
              <a:t>4</a:t>
            </a:r>
            <a:endParaRPr lang="en-US" dirty="0"/>
          </a:p>
        </p:txBody>
      </p:sp>
      <p:sp>
        <p:nvSpPr>
          <p:cNvPr id="8" name="Oval 7">
            <a:hlinkClick r:id="rId5" action="ppaction://hlinksldjump"/>
          </p:cNvPr>
          <p:cNvSpPr/>
          <p:nvPr/>
        </p:nvSpPr>
        <p:spPr>
          <a:xfrm>
            <a:off x="2977376" y="6041362"/>
            <a:ext cx="278780" cy="2367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5" action="ppaction://hlinksldjump"/>
              </a:rPr>
              <a:t>5</a:t>
            </a:r>
            <a:endParaRPr lang="en-US" dirty="0"/>
          </a:p>
        </p:txBody>
      </p:sp>
      <p:sp>
        <p:nvSpPr>
          <p:cNvPr id="9" name="Oval 8">
            <a:hlinkClick r:id="rId6" action="ppaction://hlinksldjump"/>
          </p:cNvPr>
          <p:cNvSpPr/>
          <p:nvPr/>
        </p:nvSpPr>
        <p:spPr>
          <a:xfrm>
            <a:off x="3668751" y="6041362"/>
            <a:ext cx="256478" cy="2702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6" action="ppaction://hlinksldjump"/>
              </a:rPr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9661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2. Quá trình học tập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366645"/>
              </p:ext>
            </p:extLst>
          </p:nvPr>
        </p:nvGraphicFramePr>
        <p:xfrm>
          <a:off x="771912" y="2169324"/>
          <a:ext cx="9342244" cy="3774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561">
                  <a:extLst>
                    <a:ext uri="{9D8B030D-6E8A-4147-A177-3AD203B41FA5}">
                      <a16:colId xmlns:a16="http://schemas.microsoft.com/office/drawing/2014/main" val="4265635613"/>
                    </a:ext>
                  </a:extLst>
                </a:gridCol>
                <a:gridCol w="2335561">
                  <a:extLst>
                    <a:ext uri="{9D8B030D-6E8A-4147-A177-3AD203B41FA5}">
                      <a16:colId xmlns:a16="http://schemas.microsoft.com/office/drawing/2014/main" val="2621789298"/>
                    </a:ext>
                  </a:extLst>
                </a:gridCol>
                <a:gridCol w="2335561">
                  <a:extLst>
                    <a:ext uri="{9D8B030D-6E8A-4147-A177-3AD203B41FA5}">
                      <a16:colId xmlns:a16="http://schemas.microsoft.com/office/drawing/2014/main" val="3834014040"/>
                    </a:ext>
                  </a:extLst>
                </a:gridCol>
                <a:gridCol w="2335561">
                  <a:extLst>
                    <a:ext uri="{9D8B030D-6E8A-4147-A177-3AD203B41FA5}">
                      <a16:colId xmlns:a16="http://schemas.microsoft.com/office/drawing/2014/main" val="3457551812"/>
                    </a:ext>
                  </a:extLst>
                </a:gridCol>
              </a:tblGrid>
              <a:tr h="539182">
                <a:tc rowSpan="2">
                  <a:txBody>
                    <a:bodyPr/>
                    <a:lstStyle/>
                    <a:p>
                      <a:pPr algn="ctr"/>
                      <a:r>
                        <a:rPr lang="vi-VN" dirty="0" smtClean="0"/>
                        <a:t>Ngày</a:t>
                      </a:r>
                      <a:r>
                        <a:rPr lang="vi-VN" baseline="0" dirty="0" smtClean="0"/>
                        <a:t> tháng</a:t>
                      </a:r>
                    </a:p>
                    <a:p>
                      <a:pPr algn="ctr"/>
                      <a:r>
                        <a:rPr lang="vi-VN" baseline="0" dirty="0" smtClean="0"/>
                        <a:t>năm</a:t>
                      </a:r>
                      <a:endParaRPr lang="en-US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vi-VN" dirty="0" smtClean="0"/>
                        <a:t>Quá</a:t>
                      </a:r>
                      <a:r>
                        <a:rPr lang="vi-VN" baseline="0" dirty="0" smtClean="0"/>
                        <a:t> trình học tập, công tác</a:t>
                      </a:r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vi-VN" dirty="0" smtClean="0"/>
                        <a:t>Thành</a:t>
                      </a:r>
                      <a:r>
                        <a:rPr lang="vi-VN" baseline="0" dirty="0" smtClean="0"/>
                        <a:t> tích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189732"/>
                  </a:ext>
                </a:extLst>
              </a:tr>
              <a:tr h="53918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632985"/>
                  </a:ext>
                </a:extLst>
              </a:tr>
              <a:tr h="539182">
                <a:tc>
                  <a:txBody>
                    <a:bodyPr/>
                    <a:lstStyle/>
                    <a:p>
                      <a:r>
                        <a:rPr lang="vi-VN" dirty="0" smtClean="0"/>
                        <a:t>1.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vi-VN" dirty="0" smtClean="0"/>
                        <a:t>Huy chương</a:t>
                      </a:r>
                      <a:r>
                        <a:rPr lang="vi-VN" baseline="0" dirty="0" smtClean="0"/>
                        <a:t> vàng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387311"/>
                  </a:ext>
                </a:extLst>
              </a:tr>
              <a:tr h="539182">
                <a:tc>
                  <a:txBody>
                    <a:bodyPr/>
                    <a:lstStyle/>
                    <a:p>
                      <a:r>
                        <a:rPr lang="vi-VN" dirty="0" smtClean="0"/>
                        <a:t>2.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734830"/>
                  </a:ext>
                </a:extLst>
              </a:tr>
              <a:tr h="539182">
                <a:tc>
                  <a:txBody>
                    <a:bodyPr/>
                    <a:lstStyle/>
                    <a:p>
                      <a:r>
                        <a:rPr lang="vi-VN" dirty="0" smtClean="0"/>
                        <a:t>3.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338847"/>
                  </a:ext>
                </a:extLst>
              </a:tr>
              <a:tr h="539182">
                <a:tc>
                  <a:txBody>
                    <a:bodyPr/>
                    <a:lstStyle/>
                    <a:p>
                      <a:r>
                        <a:rPr lang="vi-VN" dirty="0" smtClean="0"/>
                        <a:t>4.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228234"/>
                  </a:ext>
                </a:extLst>
              </a:tr>
              <a:tr h="539182">
                <a:tc gridSpan="4">
                  <a:txBody>
                    <a:bodyPr/>
                    <a:lstStyle/>
                    <a:p>
                      <a:r>
                        <a:rPr lang="vi-VN" dirty="0" smtClean="0"/>
                        <a:t>Ghi</a:t>
                      </a:r>
                      <a:r>
                        <a:rPr lang="vi-VN" baseline="0" dirty="0" smtClean="0"/>
                        <a:t> </a:t>
                      </a:r>
                      <a:r>
                        <a:rPr lang="vi-VN" dirty="0" smtClean="0"/>
                        <a:t>chú:..................................................................................................................................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86415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200" smtClean="0"/>
              <a:pPr/>
              <a:t>4</a:t>
            </a:fld>
            <a:endParaRPr lang="en-US" sz="1200" dirty="0"/>
          </a:p>
        </p:txBody>
      </p:sp>
      <p:sp>
        <p:nvSpPr>
          <p:cNvPr id="6" name="Oval 5">
            <a:hlinkClick r:id="rId2" action="ppaction://hlinksldjump"/>
          </p:cNvPr>
          <p:cNvSpPr/>
          <p:nvPr/>
        </p:nvSpPr>
        <p:spPr>
          <a:xfrm>
            <a:off x="1204332" y="6406487"/>
            <a:ext cx="178419" cy="183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hlinkClick r:id="rId3" action="ppaction://hlinksldjump"/>
          </p:cNvPr>
          <p:cNvSpPr/>
          <p:nvPr/>
        </p:nvSpPr>
        <p:spPr>
          <a:xfrm>
            <a:off x="1851102" y="6406487"/>
            <a:ext cx="267631" cy="2284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hlinkClick r:id="rId3" action="ppaction://hlinksldjump"/>
              </a:rPr>
              <a:t>2</a:t>
            </a:r>
            <a:endParaRPr lang="en-US" dirty="0"/>
          </a:p>
        </p:txBody>
      </p:sp>
      <p:sp>
        <p:nvSpPr>
          <p:cNvPr id="8" name="Oval 7">
            <a:hlinkClick r:id="rId4" action="ppaction://hlinksldjump"/>
          </p:cNvPr>
          <p:cNvSpPr/>
          <p:nvPr/>
        </p:nvSpPr>
        <p:spPr>
          <a:xfrm>
            <a:off x="2475572" y="6406488"/>
            <a:ext cx="200722" cy="183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hlinkClick r:id="rId4" action="ppaction://hlinksldjump"/>
              </a:rPr>
              <a:t>3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033132" y="6406487"/>
            <a:ext cx="189570" cy="1838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5" action="ppaction://hlinksldjump"/>
              </a:rPr>
              <a:t>5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3579541" y="6406487"/>
            <a:ext cx="211874" cy="2284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6" action="ppaction://hlinksldjump"/>
              </a:rPr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0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3. Lời cam đoan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208152"/>
              </p:ext>
            </p:extLst>
          </p:nvPr>
        </p:nvGraphicFramePr>
        <p:xfrm>
          <a:off x="677334" y="1930400"/>
          <a:ext cx="9124587" cy="3356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1529">
                  <a:extLst>
                    <a:ext uri="{9D8B030D-6E8A-4147-A177-3AD203B41FA5}">
                      <a16:colId xmlns:a16="http://schemas.microsoft.com/office/drawing/2014/main" val="1649814888"/>
                    </a:ext>
                  </a:extLst>
                </a:gridCol>
                <a:gridCol w="3041529">
                  <a:extLst>
                    <a:ext uri="{9D8B030D-6E8A-4147-A177-3AD203B41FA5}">
                      <a16:colId xmlns:a16="http://schemas.microsoft.com/office/drawing/2014/main" val="1848154719"/>
                    </a:ext>
                  </a:extLst>
                </a:gridCol>
                <a:gridCol w="3041529">
                  <a:extLst>
                    <a:ext uri="{9D8B030D-6E8A-4147-A177-3AD203B41FA5}">
                      <a16:colId xmlns:a16="http://schemas.microsoft.com/office/drawing/2014/main" val="218155585"/>
                    </a:ext>
                  </a:extLst>
                </a:gridCol>
              </a:tblGrid>
              <a:tr h="83912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 smtClean="0"/>
                        <a:t>BÊN</a:t>
                      </a:r>
                      <a:r>
                        <a:rPr lang="vi-VN" baseline="0" dirty="0" smtClean="0"/>
                        <a:t> 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 smtClean="0"/>
                        <a:t>BÊN</a:t>
                      </a:r>
                      <a:r>
                        <a:rPr lang="vi-VN" baseline="0" dirty="0" smtClean="0"/>
                        <a:t> B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5101100"/>
                  </a:ext>
                </a:extLst>
              </a:tr>
              <a:tr h="839129">
                <a:tc>
                  <a:txBody>
                    <a:bodyPr/>
                    <a:lstStyle/>
                    <a:p>
                      <a:pPr algn="ctr"/>
                      <a:r>
                        <a:rPr lang="vi-VN" dirty="0" smtClean="0"/>
                        <a:t>Chứng từ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30210"/>
                  </a:ext>
                </a:extLst>
              </a:tr>
              <a:tr h="8391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60550"/>
                  </a:ext>
                </a:extLst>
              </a:tr>
              <a:tr h="83912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73149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z="1200" smtClean="0"/>
              <a:pPr/>
              <a:t>5</a:t>
            </a:fld>
            <a:endParaRPr lang="en-US" sz="1200" dirty="0"/>
          </a:p>
        </p:txBody>
      </p:sp>
      <p:sp>
        <p:nvSpPr>
          <p:cNvPr id="5" name="Oval 4">
            <a:hlinkClick r:id="rId2" action="ppaction://hlinksldjump"/>
          </p:cNvPr>
          <p:cNvSpPr/>
          <p:nvPr/>
        </p:nvSpPr>
        <p:spPr>
          <a:xfrm>
            <a:off x="791737" y="6188927"/>
            <a:ext cx="211873" cy="2175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338146" y="6177776"/>
            <a:ext cx="245327" cy="2287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hlinkClick r:id="rId3" action="ppaction://hlinksldjump"/>
              </a:rPr>
              <a:t>2</a:t>
            </a:r>
            <a:endParaRPr lang="en-US" dirty="0"/>
          </a:p>
        </p:txBody>
      </p:sp>
      <p:sp>
        <p:nvSpPr>
          <p:cNvPr id="7" name="Oval 6">
            <a:hlinkClick r:id="rId4" action="ppaction://hlinksldjump"/>
          </p:cNvPr>
          <p:cNvSpPr/>
          <p:nvPr/>
        </p:nvSpPr>
        <p:spPr>
          <a:xfrm>
            <a:off x="1940312" y="6188927"/>
            <a:ext cx="200722" cy="2175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4" action="ppaction://hlinksldjump"/>
              </a:rPr>
              <a:t>3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453268" y="6188927"/>
            <a:ext cx="223025" cy="2175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5" action="ppaction://hlinksldjump"/>
              </a:rPr>
              <a:t>4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921620" y="6188927"/>
            <a:ext cx="245326" cy="2175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hlinkClick r:id="rId6" action="ppaction://hlinksldjump"/>
              </a:rPr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355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449658"/>
            <a:ext cx="12192000" cy="3289610"/>
          </a:xfrm>
          <a:prstGeom prst="rect">
            <a:avLst/>
          </a:prstGeom>
          <a:noFill/>
          <a:effectLst>
            <a:reflection blurRad="6350" stA="50000" endA="300" endPos="55000" dir="5400000" sy="-100000" algn="bl" rotWithShape="0"/>
          </a:effectLst>
        </p:spPr>
        <p:txBody>
          <a:bodyPr wrap="none" lIns="91440" tIns="45720" rIns="91440" bIns="45720">
            <a:prstTxWarp prst="textPlain">
              <a:avLst/>
            </a:prstTxWarp>
            <a:spAutoFit/>
          </a:bodyPr>
          <a:lstStyle/>
          <a:p>
            <a:pPr algn="ctr"/>
            <a:r>
              <a:rPr lang="vi-VN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CẢM ƠN MỌI NGƯỜI </a:t>
            </a:r>
          </a:p>
          <a:p>
            <a:pPr algn="ctr"/>
            <a:r>
              <a:rPr lang="vi-VN" sz="54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ĐÃ LẮNG NGHE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3" name="Oval 2">
            <a:hlinkClick r:id="rId2" action="ppaction://hlinksldjump"/>
          </p:cNvPr>
          <p:cNvSpPr/>
          <p:nvPr/>
        </p:nvSpPr>
        <p:spPr>
          <a:xfrm>
            <a:off x="3769112" y="6501161"/>
            <a:ext cx="156117" cy="1561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137102" y="6490010"/>
            <a:ext cx="122664" cy="1784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3" action="ppaction://hlinksldjump"/>
              </a:rPr>
              <a:t>2</a:t>
            </a:r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505093" y="6501161"/>
            <a:ext cx="167268" cy="1561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4" action="ppaction://hlinksldjump"/>
              </a:rPr>
              <a:t>3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951141" y="6490010"/>
            <a:ext cx="178420" cy="1672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5" action="ppaction://hlinksldjump"/>
              </a:rPr>
              <a:t>4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374888" y="6490010"/>
            <a:ext cx="189571" cy="1672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hlinkClick r:id="rId6" action="ppaction://hlinksldjump"/>
              </a:rPr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506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</TotalTime>
  <Words>117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Wingdings 3</vt:lpstr>
      <vt:lpstr>Facet</vt:lpstr>
      <vt:lpstr>QUÁ TRÌNH HỌC TẬP VÀ LÀM VIỆC</vt:lpstr>
      <vt:lpstr>Nội dung</vt:lpstr>
      <vt:lpstr>1. Bản thân</vt:lpstr>
      <vt:lpstr>2. Quá trình học tập</vt:lpstr>
      <vt:lpstr>3. Lời cam đoan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QUÁ TRÌNH HỌC TẬP VÀ LÀM VIỆC</dc:title>
  <dc:creator>MAY84</dc:creator>
  <cp:lastModifiedBy>word</cp:lastModifiedBy>
  <cp:revision>6</cp:revision>
  <dcterms:created xsi:type="dcterms:W3CDTF">2024-11-21T17:26:53Z</dcterms:created>
  <dcterms:modified xsi:type="dcterms:W3CDTF">2026-04-22T13:10:18Z</dcterms:modified>
</cp:coreProperties>
</file>