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9" autoAdjust="0"/>
  </p:normalViewPr>
  <p:slideViewPr>
    <p:cSldViewPr snapToGrid="0">
      <p:cViewPr varScale="1">
        <p:scale>
          <a:sx n="85" d="100"/>
          <a:sy n="85" d="100"/>
        </p:scale>
        <p:origin x="77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8A2B4-B66E-4E6C-85E9-CD36ADC925D9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7D3F5-8AD9-4DC6-8964-60A9696A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1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7D3F5-8AD9-4DC6-8964-60A9696AB7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8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7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8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53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7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8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9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0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50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7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3162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26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609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26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5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9FD86-B47B-4C18-B212-606A00D6E116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F87A144-CDB7-4AE6-8BFA-0AE84D04A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4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#_Toc183076294"/><Relationship Id="rId2" Type="http://schemas.openxmlformats.org/officeDocument/2006/relationships/hyperlink" Target="#_Toc183076293"/><Relationship Id="rId1" Type="http://schemas.openxmlformats.org/officeDocument/2006/relationships/slideLayout" Target="../slideLayouts/slideLayout6.xml"/><Relationship Id="rId4" Type="http://schemas.openxmlformats.org/officeDocument/2006/relationships/hyperlink" Target="#_Toc183076295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HỌC TẬP VÀ LÀM VIỆC</a:t>
            </a:r>
            <a:endParaRPr lang="en-US" sz="6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7066" y="4050833"/>
            <a:ext cx="7998177" cy="1875834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32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 thân</a:t>
            </a:r>
          </a:p>
          <a:p>
            <a:pPr marL="342900" indent="-342900">
              <a:buAutoNum type="arabicPeriod"/>
            </a:pPr>
            <a:r>
              <a:rPr lang="en-US" sz="32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học tập</a:t>
            </a:r>
          </a:p>
          <a:p>
            <a:pPr marL="342900" indent="-342900">
              <a:buAutoNum type="arabicPeriod"/>
            </a:pPr>
            <a:r>
              <a:rPr lang="en-US" sz="32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Lời cam đoan</a:t>
            </a:r>
          </a:p>
        </p:txBody>
      </p:sp>
      <p:sp>
        <p:nvSpPr>
          <p:cNvPr id="8" name="Action Button: Forward or Next 7">
            <a:hlinkClick r:id="" action="ppaction://hlinkshowjump?jump=nextslide" highlightClick="1"/>
          </p:cNvPr>
          <p:cNvSpPr/>
          <p:nvPr/>
        </p:nvSpPr>
        <p:spPr>
          <a:xfrm>
            <a:off x="11684000" y="3059289"/>
            <a:ext cx="508000" cy="643467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6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BẢN THÂN</a:t>
            </a:r>
            <a:endParaRPr lang="en-US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 và tên</a:t>
            </a:r>
          </a:p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 sinh</a:t>
            </a:r>
          </a:p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Dân tộc</a:t>
            </a:r>
          </a:p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Địa chỉ liên lạc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Nam/nữ</a:t>
            </a:r>
          </a:p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Nơi sinh</a:t>
            </a:r>
          </a:p>
          <a:p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Tôn giáo</a:t>
            </a:r>
          </a:p>
          <a:p>
            <a:pPr marL="0" indent="0">
              <a:buNone/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2</a:t>
            </a:fld>
            <a:endParaRPr lang="en-US"/>
          </a:p>
        </p:txBody>
      </p:sp>
      <p:sp>
        <p:nvSpPr>
          <p:cNvPr id="9" name="Action Button: Forward or Next 8">
            <a:hlinkClick r:id="" action="ppaction://hlinkshowjump?jump=nextslide" highlightClick="1"/>
          </p:cNvPr>
          <p:cNvSpPr/>
          <p:nvPr/>
        </p:nvSpPr>
        <p:spPr>
          <a:xfrm>
            <a:off x="11684000" y="3059289"/>
            <a:ext cx="508000" cy="643467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Back or Previous 9">
            <a:hlinkClick r:id="" action="ppaction://hlinkshowjump?jump=previousslide" highlightClick="1"/>
          </p:cNvPr>
          <p:cNvSpPr/>
          <p:nvPr/>
        </p:nvSpPr>
        <p:spPr>
          <a:xfrm>
            <a:off x="0" y="3059289"/>
            <a:ext cx="541867" cy="64346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26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77335" y="0"/>
            <a:ext cx="8596668" cy="1546578"/>
          </a:xfrm>
        </p:spPr>
        <p:txBody>
          <a:bodyPr>
            <a:normAutofit/>
          </a:bodyPr>
          <a:lstStyle/>
          <a:p>
            <a:r>
              <a:rPr lang="en-US" sz="4000" b="1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QUÁ TRÌNH HỌC TẬP</a:t>
            </a:r>
            <a:endParaRPr lang="en-US" sz="40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302324"/>
              </p:ext>
            </p:extLst>
          </p:nvPr>
        </p:nvGraphicFramePr>
        <p:xfrm>
          <a:off x="914400" y="2218934"/>
          <a:ext cx="8466668" cy="262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242769401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387256196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3212875800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452210045"/>
                    </a:ext>
                  </a:extLst>
                </a:gridCol>
              </a:tblGrid>
              <a:tr h="795199">
                <a:tc>
                  <a:txBody>
                    <a:bodyPr/>
                    <a:lstStyle/>
                    <a:p>
                      <a:r>
                        <a:rPr lang="en-US" i="1" smtClean="0"/>
                        <a:t>Ngày</a:t>
                      </a:r>
                      <a:r>
                        <a:rPr lang="en-US" i="1" baseline="0" smtClean="0"/>
                        <a:t> tháng năm</a:t>
                      </a:r>
                      <a:endParaRPr lang="en-US" i="1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i="1" smtClean="0"/>
                        <a:t>Quá</a:t>
                      </a:r>
                      <a:r>
                        <a:rPr lang="en-US" i="1" baseline="0" smtClean="0"/>
                        <a:t> trình học tập</a:t>
                      </a:r>
                      <a:endParaRPr lang="en-US" i="1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smtClean="0"/>
                        <a:t>Thành</a:t>
                      </a:r>
                      <a:r>
                        <a:rPr lang="en-US" i="1" baseline="0" smtClean="0"/>
                        <a:t> tích</a:t>
                      </a:r>
                      <a:endParaRPr lang="en-US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830606"/>
                  </a:ext>
                </a:extLst>
              </a:tr>
              <a:tr h="346702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US" sz="18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Huy chương vàng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18293"/>
                  </a:ext>
                </a:extLst>
              </a:tr>
              <a:tr h="346702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477158"/>
                  </a:ext>
                </a:extLst>
              </a:tr>
              <a:tr h="346702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156768"/>
                  </a:ext>
                </a:extLst>
              </a:tr>
              <a:tr h="346702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760133"/>
                  </a:ext>
                </a:extLst>
              </a:tr>
              <a:tr h="346702">
                <a:tc gridSpan="4">
                  <a:txBody>
                    <a:bodyPr/>
                    <a:lstStyle/>
                    <a:p>
                      <a:r>
                        <a:rPr lang="en-US" sz="180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Ghi chú:……………………………………………………………………………………………………………………</a:t>
                      </a: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094"/>
                  </a:ext>
                </a:extLst>
              </a:tr>
            </a:tbl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677335" y="5633156"/>
            <a:ext cx="8596668" cy="77333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3</a:t>
            </a:fld>
            <a:endParaRPr lang="en-US"/>
          </a:p>
        </p:txBody>
      </p:sp>
      <p:sp>
        <p:nvSpPr>
          <p:cNvPr id="14" name="Action Button: Forward or Next 13">
            <a:hlinkClick r:id="" action="ppaction://hlinkshowjump?jump=nextslide" highlightClick="1"/>
          </p:cNvPr>
          <p:cNvSpPr/>
          <p:nvPr/>
        </p:nvSpPr>
        <p:spPr>
          <a:xfrm>
            <a:off x="11684000" y="3059289"/>
            <a:ext cx="508000" cy="643467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Back or Previous 14">
            <a:hlinkClick r:id="" action="ppaction://hlinkshowjump?jump=previousslide" highlightClick="1"/>
          </p:cNvPr>
          <p:cNvSpPr/>
          <p:nvPr/>
        </p:nvSpPr>
        <p:spPr>
          <a:xfrm>
            <a:off x="0" y="3059289"/>
            <a:ext cx="541867" cy="64346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96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LỜI CAM ĐOAN</a:t>
            </a:r>
            <a:br>
              <a:rPr lang="en-US" sz="4000" b="1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613420"/>
              </p:ext>
            </p:extLst>
          </p:nvPr>
        </p:nvGraphicFramePr>
        <p:xfrm>
          <a:off x="1159009" y="1828800"/>
          <a:ext cx="7633317" cy="29862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3895">
                  <a:extLst>
                    <a:ext uri="{9D8B030D-6E8A-4147-A177-3AD203B41FA5}">
                      <a16:colId xmlns:a16="http://schemas.microsoft.com/office/drawing/2014/main" val="1418304612"/>
                    </a:ext>
                  </a:extLst>
                </a:gridCol>
                <a:gridCol w="2544711">
                  <a:extLst>
                    <a:ext uri="{9D8B030D-6E8A-4147-A177-3AD203B41FA5}">
                      <a16:colId xmlns:a16="http://schemas.microsoft.com/office/drawing/2014/main" val="2882148995"/>
                    </a:ext>
                  </a:extLst>
                </a:gridCol>
                <a:gridCol w="2544711">
                  <a:extLst>
                    <a:ext uri="{9D8B030D-6E8A-4147-A177-3AD203B41FA5}">
                      <a16:colId xmlns:a16="http://schemas.microsoft.com/office/drawing/2014/main" val="1346176155"/>
                    </a:ext>
                  </a:extLst>
                </a:gridCol>
              </a:tblGrid>
              <a:tr h="824089"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BÊN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BÊN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80743"/>
                  </a:ext>
                </a:extLst>
              </a:tr>
              <a:tr h="720710"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Chứng từ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7168419"/>
                  </a:ext>
                </a:extLst>
              </a:tr>
              <a:tr h="720710"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7341207"/>
                  </a:ext>
                </a:extLst>
              </a:tr>
              <a:tr h="720710"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53975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967715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008188" y="3460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159009" y="2287181"/>
            <a:ext cx="2498591" cy="489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90663" y="5689600"/>
            <a:ext cx="683339" cy="716887"/>
          </a:xfrm>
        </p:spPr>
        <p:txBody>
          <a:bodyPr/>
          <a:lstStyle/>
          <a:p>
            <a:fld id="{FF87A144-CDB7-4AE6-8BFA-0AE84D04A335}" type="slidenum">
              <a:rPr lang="en-US" smtClean="0"/>
              <a:t>4</a:t>
            </a:fld>
            <a:endParaRPr lang="en-US"/>
          </a:p>
        </p:txBody>
      </p:sp>
      <p:sp>
        <p:nvSpPr>
          <p:cNvPr id="10" name="Action Button: Forward or Next 9">
            <a:hlinkClick r:id="" action="ppaction://hlinkshowjump?jump=nextslide" highlightClick="1"/>
          </p:cNvPr>
          <p:cNvSpPr/>
          <p:nvPr/>
        </p:nvSpPr>
        <p:spPr>
          <a:xfrm>
            <a:off x="11684000" y="3059289"/>
            <a:ext cx="508000" cy="643467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0" y="3059289"/>
            <a:ext cx="541867" cy="64346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45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845" y="32737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br>
              <a:rPr lang="en-US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24089" y="1091953"/>
            <a:ext cx="82354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72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9400" algn="l"/>
                <a:tab pos="5937250" algn="r"/>
              </a:tabLst>
            </a:pP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1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.</a:t>
            </a:r>
            <a:r>
              <a:rPr kumimoji="0" lang="en-US" altLang="en-US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	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Bản thân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9400" algn="l"/>
                <a:tab pos="5937250" algn="r"/>
              </a:tabLst>
            </a:pP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2.</a:t>
            </a:r>
            <a:r>
              <a:rPr kumimoji="0" lang="en-US" altLang="en-US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	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Qu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á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tr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ì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nh 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học 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tập</a:t>
            </a:r>
            <a:endParaRPr kumimoji="0" lang="en-US" altLang="en-US" sz="3200" b="1" i="0" u="sng" strike="noStrike" cap="none" normalizeH="0" baseline="0" smtClean="0">
              <a:ln>
                <a:noFill/>
              </a:ln>
              <a:solidFill>
                <a:srgbClr val="0563C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hlinkClick r:id="rId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9400" algn="l"/>
                <a:tab pos="5937250" algn="r"/>
              </a:tabLst>
            </a:pP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3.</a:t>
            </a:r>
            <a:r>
              <a:rPr kumimoji="0" lang="en-US" altLang="en-US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	</a:t>
            </a:r>
            <a:r>
              <a:rPr kumimoji="0" lang="en-US" altLang="en-US" sz="3200" b="1" i="0" u="sng" strike="noStrike" cap="none" normalizeH="0" baseline="0" smtClean="0">
                <a:ln>
                  <a:noFill/>
                </a:ln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Lời cam đoan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7A144-CDB7-4AE6-8BFA-0AE84D04A335}" type="slidenum">
              <a:rPr lang="en-US" smtClean="0"/>
              <a:t>5</a:t>
            </a:fld>
            <a:endParaRPr lang="en-US"/>
          </a:p>
        </p:txBody>
      </p:sp>
      <p:sp>
        <p:nvSpPr>
          <p:cNvPr id="6" name="Action Button: Back or Previous 5">
            <a:hlinkClick r:id="" action="ppaction://hlinkshowjump?jump=previousslide" highlightClick="1"/>
          </p:cNvPr>
          <p:cNvSpPr/>
          <p:nvPr/>
        </p:nvSpPr>
        <p:spPr>
          <a:xfrm>
            <a:off x="0" y="3059289"/>
            <a:ext cx="541867" cy="64346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21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85</Words>
  <Application>Microsoft Office PowerPoint</Application>
  <PresentationFormat>Widescreen</PresentationFormat>
  <Paragraphs>44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Times New Roman</vt:lpstr>
      <vt:lpstr>Trebuchet MS</vt:lpstr>
      <vt:lpstr>Wingdings 3</vt:lpstr>
      <vt:lpstr>Facet</vt:lpstr>
      <vt:lpstr>QUÁ TRÌNH HỌC TẬP VÀ LÀM VIỆC</vt:lpstr>
      <vt:lpstr>1. BẢN THÂN</vt:lpstr>
      <vt:lpstr>2. QUÁ TRÌNH HỌC TẬP</vt:lpstr>
      <vt:lpstr>3. LỜI CAM ĐOAN </vt:lpstr>
      <vt:lpstr>MỤC LỤC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QUÁ TRÌNH HỌC TẬP VÀ LÀM VIỆC</dc:title>
  <dc:creator>MAY89</dc:creator>
  <cp:lastModifiedBy>MAY89</cp:lastModifiedBy>
  <cp:revision>8</cp:revision>
  <dcterms:created xsi:type="dcterms:W3CDTF">2024-11-21T02:24:20Z</dcterms:created>
  <dcterms:modified xsi:type="dcterms:W3CDTF">2024-11-21T03:37:19Z</dcterms:modified>
</cp:coreProperties>
</file>