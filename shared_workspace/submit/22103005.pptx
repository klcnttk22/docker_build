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4" d="100"/>
          <a:sy n="84" d="100"/>
        </p:scale>
        <p:origin x="73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E14AD1-787B-4ECA-8FD9-25BDD8B2F563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E1A276-E7C7-4A49-ABA7-48290C35A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062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Smiley Face 6"/>
          <p:cNvSpPr/>
          <p:nvPr userDrawn="1"/>
        </p:nvSpPr>
        <p:spPr>
          <a:xfrm>
            <a:off x="7987404" y="753838"/>
            <a:ext cx="1406893" cy="1167788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Cloud 6"/>
          <p:cNvSpPr/>
          <p:nvPr userDrawn="1"/>
        </p:nvSpPr>
        <p:spPr>
          <a:xfrm>
            <a:off x="447147" y="5335118"/>
            <a:ext cx="1949986" cy="93643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iming>
    <p:tnLst>
      <p:par>
        <p:cTn id="1" dur="indefinite" restart="never" nodeType="tmRoot"/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4" Type="http://schemas.openxmlformats.org/officeDocument/2006/relationships/slide" Target="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2747" y="2162714"/>
            <a:ext cx="7766936" cy="1646302"/>
          </a:xfrm>
        </p:spPr>
        <p:txBody>
          <a:bodyPr/>
          <a:lstStyle/>
          <a:p>
            <a:r>
              <a:rPr lang="vi-VN" sz="5000" dirty="0" smtClean="0">
                <a:latin typeface="+mn-lt"/>
              </a:rPr>
              <a:t>QUÁ TRÌNH HỌC TẬP VÀ LÀM VIỆC </a:t>
            </a:r>
            <a:endParaRPr lang="en-US" sz="50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Action Button: Forward or Next 5">
            <a:hlinkClick r:id="" action="ppaction://hlinkshowjump?jump=nextslide" highlightClick="1"/>
          </p:cNvPr>
          <p:cNvSpPr/>
          <p:nvPr/>
        </p:nvSpPr>
        <p:spPr>
          <a:xfrm>
            <a:off x="7716644" y="5631366"/>
            <a:ext cx="1159727" cy="546410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8279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251" y="1022195"/>
            <a:ext cx="8596668" cy="1320800"/>
          </a:xfrm>
        </p:spPr>
        <p:txBody>
          <a:bodyPr/>
          <a:lstStyle/>
          <a:p>
            <a:r>
              <a:rPr lang="vi-VN" dirty="0" smtClean="0"/>
              <a:t>1. Bản thân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Họ và </a:t>
            </a:r>
            <a:r>
              <a:rPr lang="vi-VN" dirty="0" smtClean="0"/>
              <a:t>tên........................nam/nữ.........</a:t>
            </a:r>
            <a:endParaRPr lang="en-US" dirty="0"/>
          </a:p>
          <a:p>
            <a:r>
              <a:rPr lang="vi-VN" dirty="0"/>
              <a:t>Ngày </a:t>
            </a:r>
            <a:r>
              <a:rPr lang="vi-VN" dirty="0" smtClean="0"/>
              <a:t>sinh....................nơi sinh...........</a:t>
            </a:r>
            <a:endParaRPr lang="en-US" dirty="0"/>
          </a:p>
          <a:p>
            <a:r>
              <a:rPr lang="vi-VN" dirty="0"/>
              <a:t>Dân </a:t>
            </a:r>
            <a:r>
              <a:rPr lang="vi-VN" dirty="0" smtClean="0"/>
              <a:t>tộc........................tôn giáo...........</a:t>
            </a:r>
            <a:endParaRPr lang="en-US" dirty="0"/>
          </a:p>
          <a:p>
            <a:r>
              <a:rPr lang="vi-VN" dirty="0"/>
              <a:t>Địa chỉ liên </a:t>
            </a:r>
            <a:r>
              <a:rPr lang="vi-VN" dirty="0" smtClean="0"/>
              <a:t>lạc......................................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 smtClean="0"/>
              <a:t>1</a:t>
            </a:r>
            <a:endParaRPr lang="en-US" dirty="0"/>
          </a:p>
        </p:txBody>
      </p:sp>
      <p:sp>
        <p:nvSpPr>
          <p:cNvPr id="5" name="Action Button: Forward or Next 4">
            <a:hlinkClick r:id="" action="ppaction://hlinkshowjump?jump=nextslide" highlightClick="1"/>
          </p:cNvPr>
          <p:cNvSpPr/>
          <p:nvPr/>
        </p:nvSpPr>
        <p:spPr>
          <a:xfrm>
            <a:off x="7638585" y="5441795"/>
            <a:ext cx="952078" cy="468351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ction Button: Back or Previous 5">
            <a:hlinkClick r:id="" action="ppaction://hlinkshowjump?jump=previousslide" highlightClick="1"/>
          </p:cNvPr>
          <p:cNvSpPr/>
          <p:nvPr/>
        </p:nvSpPr>
        <p:spPr>
          <a:xfrm>
            <a:off x="3360420" y="5441795"/>
            <a:ext cx="1051560" cy="468351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2274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973" y="441096"/>
            <a:ext cx="8596668" cy="1320800"/>
          </a:xfrm>
        </p:spPr>
        <p:txBody>
          <a:bodyPr/>
          <a:lstStyle/>
          <a:p>
            <a:pPr lvl="0"/>
            <a:r>
              <a:rPr lang="vi-VN" b="1" dirty="0" smtClean="0"/>
              <a:t>2. Quá </a:t>
            </a:r>
            <a:r>
              <a:rPr lang="vi-VN" b="1" dirty="0"/>
              <a:t>trình học tập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6286644"/>
              </p:ext>
            </p:extLst>
          </p:nvPr>
        </p:nvGraphicFramePr>
        <p:xfrm>
          <a:off x="645325" y="1371604"/>
          <a:ext cx="8459964" cy="38583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13233">
                  <a:extLst>
                    <a:ext uri="{9D8B030D-6E8A-4147-A177-3AD203B41FA5}">
                      <a16:colId xmlns:a16="http://schemas.microsoft.com/office/drawing/2014/main" val="808195989"/>
                    </a:ext>
                  </a:extLst>
                </a:gridCol>
                <a:gridCol w="2313233">
                  <a:extLst>
                    <a:ext uri="{9D8B030D-6E8A-4147-A177-3AD203B41FA5}">
                      <a16:colId xmlns:a16="http://schemas.microsoft.com/office/drawing/2014/main" val="1486303315"/>
                    </a:ext>
                  </a:extLst>
                </a:gridCol>
                <a:gridCol w="1916749">
                  <a:extLst>
                    <a:ext uri="{9D8B030D-6E8A-4147-A177-3AD203B41FA5}">
                      <a16:colId xmlns:a16="http://schemas.microsoft.com/office/drawing/2014/main" val="2405317706"/>
                    </a:ext>
                  </a:extLst>
                </a:gridCol>
                <a:gridCol w="1916749">
                  <a:extLst>
                    <a:ext uri="{9D8B030D-6E8A-4147-A177-3AD203B41FA5}">
                      <a16:colId xmlns:a16="http://schemas.microsoft.com/office/drawing/2014/main" val="3309908142"/>
                    </a:ext>
                  </a:extLst>
                </a:gridCol>
              </a:tblGrid>
              <a:tr h="586411">
                <a:tc rowSpan="2"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vi-VN" sz="1400" dirty="0">
                          <a:effectLst/>
                        </a:rPr>
                        <a:t>Ngày tháng năm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vi-VN" sz="1400">
                          <a:effectLst/>
                        </a:rPr>
                        <a:t>Quá trình học tập , công tác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vi-VN" sz="1400">
                          <a:effectLst/>
                        </a:rPr>
                        <a:t>Thành tích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76116323"/>
                  </a:ext>
                </a:extLst>
              </a:tr>
              <a:tr h="4280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vi-VN" sz="14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vi-VN" sz="14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1049968"/>
                  </a:ext>
                </a:extLst>
              </a:tr>
              <a:tr h="564879">
                <a:tc>
                  <a:txBody>
                    <a:bodyPr/>
                    <a:lstStyle/>
                    <a:p>
                      <a:pPr marL="342900" lvl="0" indent="-342900" algn="ctr">
                        <a:lnSpc>
                          <a:spcPct val="107000"/>
                        </a:lnSpc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vi-VN" sz="14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vi-VN" sz="14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vi-VN" sz="14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4">
                  <a:txBody>
                    <a:bodyPr/>
                    <a:lstStyle/>
                    <a:p>
                      <a:pPr marL="71755" marR="71755"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vi-VN" sz="1400">
                          <a:effectLst/>
                        </a:rPr>
                        <a:t>Huy chương vàng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vert" anchor="ctr"/>
                </a:tc>
                <a:extLst>
                  <a:ext uri="{0D108BD9-81ED-4DB2-BD59-A6C34878D82A}">
                    <a16:rowId xmlns:a16="http://schemas.microsoft.com/office/drawing/2014/main" val="3521442887"/>
                  </a:ext>
                </a:extLst>
              </a:tr>
              <a:tr h="584299">
                <a:tc>
                  <a:txBody>
                    <a:bodyPr/>
                    <a:lstStyle/>
                    <a:p>
                      <a:pPr marL="342900" lvl="0" indent="-342900" algn="ctr">
                        <a:lnSpc>
                          <a:spcPct val="107000"/>
                        </a:lnSpc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vi-VN" sz="14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vi-VN" sz="14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vi-VN" sz="14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8748726"/>
                  </a:ext>
                </a:extLst>
              </a:tr>
              <a:tr h="564879">
                <a:tc>
                  <a:txBody>
                    <a:bodyPr/>
                    <a:lstStyle/>
                    <a:p>
                      <a:pPr marL="342900" lvl="0" indent="-342900" algn="ctr">
                        <a:lnSpc>
                          <a:spcPct val="107000"/>
                        </a:lnSpc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vi-VN" sz="14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vi-VN" sz="14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vi-VN" sz="14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1206367"/>
                  </a:ext>
                </a:extLst>
              </a:tr>
              <a:tr h="564879">
                <a:tc>
                  <a:txBody>
                    <a:bodyPr/>
                    <a:lstStyle/>
                    <a:p>
                      <a:pPr marL="342900" lvl="0" indent="-342900" algn="ctr">
                        <a:lnSpc>
                          <a:spcPct val="107000"/>
                        </a:lnSpc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vi-VN" sz="14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vi-VN" sz="14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vi-VN" sz="14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8007312"/>
                  </a:ext>
                </a:extLst>
              </a:tr>
              <a:tr h="564879">
                <a:tc gridSpan="4"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600"/>
                        </a:spcAft>
                        <a:tabLst>
                          <a:tab pos="5581650" algn="l"/>
                        </a:tabLst>
                      </a:pPr>
                      <a:endParaRPr lang="vi-VN" sz="1400" dirty="0" smtClean="0">
                        <a:effectLst/>
                      </a:endParaRPr>
                    </a:p>
                    <a:p>
                      <a:pPr marL="457200">
                        <a:lnSpc>
                          <a:spcPct val="107000"/>
                        </a:lnSpc>
                        <a:spcAft>
                          <a:spcPts val="600"/>
                        </a:spcAft>
                        <a:tabLst>
                          <a:tab pos="5581650" algn="l"/>
                        </a:tabLst>
                      </a:pPr>
                      <a:r>
                        <a:rPr lang="vi-VN" sz="1400" dirty="0" smtClean="0">
                          <a:effectLst/>
                        </a:rPr>
                        <a:t>Ghi </a:t>
                      </a:r>
                      <a:r>
                        <a:rPr lang="vi-VN" sz="1400" dirty="0">
                          <a:effectLst/>
                        </a:rPr>
                        <a:t>chú</a:t>
                      </a:r>
                      <a:r>
                        <a:rPr lang="vi-VN" sz="1400" dirty="0" smtClean="0">
                          <a:effectLst/>
                        </a:rPr>
                        <a:t>:........................................................................................................................................</a:t>
                      </a:r>
                      <a:r>
                        <a:rPr lang="vi-VN" sz="1400" dirty="0">
                          <a:effectLst/>
                        </a:rPr>
                        <a:t>	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7101290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/>
              <a:t>2</a:t>
            </a:r>
            <a:endParaRPr lang="en-US" dirty="0"/>
          </a:p>
        </p:txBody>
      </p:sp>
      <p:sp>
        <p:nvSpPr>
          <p:cNvPr id="6" name="Action Button: Forward or Next 5">
            <a:hlinkClick r:id="" action="ppaction://hlinkshowjump?jump=nextslide" highlightClick="1"/>
          </p:cNvPr>
          <p:cNvSpPr/>
          <p:nvPr/>
        </p:nvSpPr>
        <p:spPr>
          <a:xfrm>
            <a:off x="7181385" y="5932449"/>
            <a:ext cx="1014761" cy="47403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ction Button: Back or Previous 6">
            <a:hlinkClick r:id="" action="ppaction://hlinkshowjump?jump=previousslide" highlightClick="1"/>
          </p:cNvPr>
          <p:cNvSpPr/>
          <p:nvPr/>
        </p:nvSpPr>
        <p:spPr>
          <a:xfrm>
            <a:off x="3989070" y="5932449"/>
            <a:ext cx="982980" cy="474038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6480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878" y="966439"/>
            <a:ext cx="8596668" cy="1320800"/>
          </a:xfrm>
        </p:spPr>
        <p:txBody>
          <a:bodyPr/>
          <a:lstStyle/>
          <a:p>
            <a:r>
              <a:rPr lang="vi-VN" dirty="0" smtClean="0"/>
              <a:t>3. Lời cam đoan 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9584409"/>
              </p:ext>
            </p:extLst>
          </p:nvPr>
        </p:nvGraphicFramePr>
        <p:xfrm>
          <a:off x="677336" y="1930398"/>
          <a:ext cx="8433210" cy="30954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24106">
                  <a:extLst>
                    <a:ext uri="{9D8B030D-6E8A-4147-A177-3AD203B41FA5}">
                      <a16:colId xmlns:a16="http://schemas.microsoft.com/office/drawing/2014/main" val="2491758509"/>
                    </a:ext>
                  </a:extLst>
                </a:gridCol>
                <a:gridCol w="2804552">
                  <a:extLst>
                    <a:ext uri="{9D8B030D-6E8A-4147-A177-3AD203B41FA5}">
                      <a16:colId xmlns:a16="http://schemas.microsoft.com/office/drawing/2014/main" val="162745417"/>
                    </a:ext>
                  </a:extLst>
                </a:gridCol>
                <a:gridCol w="2804552">
                  <a:extLst>
                    <a:ext uri="{9D8B030D-6E8A-4147-A177-3AD203B41FA5}">
                      <a16:colId xmlns:a16="http://schemas.microsoft.com/office/drawing/2014/main" val="894206662"/>
                    </a:ext>
                  </a:extLst>
                </a:gridCol>
              </a:tblGrid>
              <a:tr h="773867"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vi-VN" sz="14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vi-VN" sz="1400">
                          <a:effectLst/>
                        </a:rPr>
                        <a:t>BÊN 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vi-VN" sz="1400">
                          <a:effectLst/>
                        </a:rPr>
                        <a:t>BÊN B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96411852"/>
                  </a:ext>
                </a:extLst>
              </a:tr>
              <a:tr h="773867"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vi-VN" sz="1400">
                          <a:effectLst/>
                        </a:rPr>
                        <a:t>Chứng từ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vi-VN" sz="14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vi-VN" sz="14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81309725"/>
                  </a:ext>
                </a:extLst>
              </a:tr>
              <a:tr h="773867"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vi-VN" sz="14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vi-VN" sz="14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vi-VN" sz="14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79675185"/>
                  </a:ext>
                </a:extLst>
              </a:tr>
              <a:tr h="773867"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vi-VN" sz="14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vi-VN" sz="14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vi-VN" sz="14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39327837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/>
              <a:t>3</a:t>
            </a:r>
            <a:endParaRPr lang="en-US" dirty="0"/>
          </a:p>
        </p:txBody>
      </p:sp>
      <p:sp>
        <p:nvSpPr>
          <p:cNvPr id="7" name="Action Button: Forward or Next 6">
            <a:hlinkClick r:id="" action="ppaction://hlinkshowjump?jump=nextslide" highlightClick="1"/>
          </p:cNvPr>
          <p:cNvSpPr/>
          <p:nvPr/>
        </p:nvSpPr>
        <p:spPr>
          <a:xfrm>
            <a:off x="7200900" y="5566410"/>
            <a:ext cx="1268730" cy="50061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ction Button: Back or Previous 7">
            <a:hlinkClick r:id="" action="ppaction://hlinkshowjump?jump=previousslide" highlightClick="1"/>
          </p:cNvPr>
          <p:cNvSpPr/>
          <p:nvPr/>
        </p:nvSpPr>
        <p:spPr>
          <a:xfrm>
            <a:off x="2903220" y="5540743"/>
            <a:ext cx="1188720" cy="526285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9691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502131" y="296953"/>
            <a:ext cx="7766936" cy="1646302"/>
          </a:xfrm>
        </p:spPr>
        <p:txBody>
          <a:bodyPr/>
          <a:lstStyle/>
          <a:p>
            <a:r>
              <a:rPr lang="vi-VN" dirty="0">
                <a:hlinkClick r:id="rId2" action="ppaction://hlinksldjump"/>
              </a:rPr>
              <a:t>1. Bản thân 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1049" y="1583764"/>
            <a:ext cx="7766936" cy="164630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vi-VN" dirty="0">
                <a:hlinkClick r:id="rId3" action="ppaction://hlinksldjump"/>
              </a:rPr>
              <a:t>2. Quá trình học tập</a:t>
            </a:r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1084811" y="2870575"/>
            <a:ext cx="7766936" cy="164630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vi-VN" dirty="0">
                <a:hlinkClick r:id="rId4" action="ppaction://hlinksldjump"/>
              </a:rPr>
              <a:t>3. Lời cam đoan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 smtClean="0"/>
              <a:t>4</a:t>
            </a:r>
          </a:p>
          <a:p>
            <a:endParaRPr lang="en-US" dirty="0"/>
          </a:p>
        </p:txBody>
      </p:sp>
      <p:sp>
        <p:nvSpPr>
          <p:cNvPr id="8" name="Action Button: Home 7">
            <a:hlinkClick r:id="" action="ppaction://hlinkshowjump?jump=firstslide" highlightClick="1"/>
          </p:cNvPr>
          <p:cNvSpPr/>
          <p:nvPr/>
        </p:nvSpPr>
        <p:spPr>
          <a:xfrm>
            <a:off x="7029450" y="5200650"/>
            <a:ext cx="1211580" cy="84071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ction Button: Back or Previous 8">
            <a:hlinkClick r:id="" action="ppaction://hlinkshowjump?jump=previousslide" highlightClick="1"/>
          </p:cNvPr>
          <p:cNvSpPr/>
          <p:nvPr/>
        </p:nvSpPr>
        <p:spPr>
          <a:xfrm>
            <a:off x="1131570" y="5200650"/>
            <a:ext cx="1154430" cy="628650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554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96</TotalTime>
  <Words>88</Words>
  <Application>Microsoft Office PowerPoint</Application>
  <PresentationFormat>Widescreen</PresentationFormat>
  <Paragraphs>47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Tahoma</vt:lpstr>
      <vt:lpstr>Times New Roman</vt:lpstr>
      <vt:lpstr>Trebuchet MS</vt:lpstr>
      <vt:lpstr>Wingdings 3</vt:lpstr>
      <vt:lpstr>Facet</vt:lpstr>
      <vt:lpstr>QUÁ TRÌNH HỌC TẬP VÀ LÀM VIỆC </vt:lpstr>
      <vt:lpstr>1. Bản thân </vt:lpstr>
      <vt:lpstr>2. Quá trình học tập  </vt:lpstr>
      <vt:lpstr>3. Lời cam đoan </vt:lpstr>
      <vt:lpstr>1. Bản thân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QUÁ TRÌNH HỌC TẬP VÀ LÀM VIỆC</dc:title>
  <dc:creator>MAY82</dc:creator>
  <cp:lastModifiedBy>MAY82</cp:lastModifiedBy>
  <cp:revision>12</cp:revision>
  <dcterms:created xsi:type="dcterms:W3CDTF">2024-11-21T01:49:27Z</dcterms:created>
  <dcterms:modified xsi:type="dcterms:W3CDTF">2024-11-21T03:25:59Z</dcterms:modified>
</cp:coreProperties>
</file>